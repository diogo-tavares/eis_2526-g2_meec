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60" r:id="rId5"/>
    <p:sldId id="261" r:id="rId6"/>
    <p:sldId id="263" r:id="rId7"/>
    <p:sldId id="262" r:id="rId8"/>
    <p:sldId id="258" r:id="rId9"/>
    <p:sldId id="259" r:id="rId10"/>
    <p:sldId id="266" r:id="rId11"/>
    <p:sldId id="265" r:id="rId12"/>
    <p:sldId id="267" r:id="rId13"/>
    <p:sldId id="264" r:id="rId14"/>
    <p:sldId id="268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DFBA2C-0EB0-922D-BA91-67E470F1D73E}" v="394" dt="2025-11-10T11:26:51.125"/>
    <p1510:client id="{CB21DA63-8453-8F06-287E-A0B6CCE3EFA8}" v="425" dt="2025-11-10T18:14:34.4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da Silva Guedes Tavares" userId="S::up201706336@up.pt::0082672e-caf2-4cb6-be9b-91bd92c527f4" providerId="AD" clId="Web-{C3DFBA2C-0EB0-922D-BA91-67E470F1D73E}"/>
    <pc:docChg chg="addSld delSld modSld">
      <pc:chgData name="Diogo da Silva Guedes Tavares" userId="S::up201706336@up.pt::0082672e-caf2-4cb6-be9b-91bd92c527f4" providerId="AD" clId="Web-{C3DFBA2C-0EB0-922D-BA91-67E470F1D73E}" dt="2025-11-10T11:26:50.781" v="227" actId="20577"/>
      <pc:docMkLst>
        <pc:docMk/>
      </pc:docMkLst>
      <pc:sldChg chg="addSp delSp modSp">
        <pc:chgData name="Diogo da Silva Guedes Tavares" userId="S::up201706336@up.pt::0082672e-caf2-4cb6-be9b-91bd92c527f4" providerId="AD" clId="Web-{C3DFBA2C-0EB0-922D-BA91-67E470F1D73E}" dt="2025-11-10T11:17:12.588" v="128" actId="1076"/>
        <pc:sldMkLst>
          <pc:docMk/>
          <pc:sldMk cId="988977761" sldId="256"/>
        </pc:sldMkLst>
        <pc:spChg chg="del">
          <ac:chgData name="Diogo da Silva Guedes Tavares" userId="S::up201706336@up.pt::0082672e-caf2-4cb6-be9b-91bd92c527f4" providerId="AD" clId="Web-{C3DFBA2C-0EB0-922D-BA91-67E470F1D73E}" dt="2025-11-10T11:15:56.410" v="73"/>
          <ac:spMkLst>
            <pc:docMk/>
            <pc:sldMk cId="988977761" sldId="256"/>
            <ac:spMk id="2" creationId="{4F61DE93-D7EE-B4BB-00FC-43E2EF97DE5B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7:12.588" v="128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6:17.255" v="74" actId="1076"/>
          <ac:spMkLst>
            <pc:docMk/>
            <pc:sldMk cId="988977761" sldId="256"/>
            <ac:spMk id="4" creationId="{184A4365-DFB4-CBCD-AFB3-804AF67F4E9C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1:38.842" v="1" actId="20577"/>
          <ac:spMkLst>
            <pc:docMk/>
            <pc:sldMk cId="988977761" sldId="256"/>
            <ac:spMk id="6" creationId="{73394B3C-6BB1-BF62-3C32-339E30EB303A}"/>
          </ac:spMkLst>
        </pc:spChg>
        <pc:spChg chg="add del">
          <ac:chgData name="Diogo da Silva Guedes Tavares" userId="S::up201706336@up.pt::0082672e-caf2-4cb6-be9b-91bd92c527f4" providerId="AD" clId="Web-{C3DFBA2C-0EB0-922D-BA91-67E470F1D73E}" dt="2025-11-10T11:11:56.907" v="5"/>
          <ac:spMkLst>
            <pc:docMk/>
            <pc:sldMk cId="988977761" sldId="256"/>
            <ac:spMk id="7" creationId="{5F96B4FB-7F93-7036-6B39-D799303C31EB}"/>
          </ac:spMkLst>
        </pc:spChg>
        <pc:spChg chg="del mod">
          <ac:chgData name="Diogo da Silva Guedes Tavares" userId="S::up201706336@up.pt::0082672e-caf2-4cb6-be9b-91bd92c527f4" providerId="AD" clId="Web-{C3DFBA2C-0EB0-922D-BA91-67E470F1D73E}" dt="2025-11-10T11:14:12.017" v="38"/>
          <ac:spMkLst>
            <pc:docMk/>
            <pc:sldMk cId="988977761" sldId="256"/>
            <ac:spMk id="8" creationId="{E2F7B492-E8BA-1685-BFC4-7A5E2835CA79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29.694" v="81" actId="1076"/>
          <ac:spMkLst>
            <pc:docMk/>
            <pc:sldMk cId="988977761" sldId="256"/>
            <ac:spMk id="9" creationId="{F3D9BAAA-A8AD-80D3-8AE5-F58B6D104121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71" v="77" actId="1076"/>
          <ac:spMkLst>
            <pc:docMk/>
            <pc:sldMk cId="988977761" sldId="256"/>
            <ac:spMk id="10" creationId="{80A7370E-020D-E32F-ABD8-B5D9B546BB93}"/>
          </ac:spMkLst>
        </pc:spChg>
        <pc:spChg chg="del">
          <ac:chgData name="Diogo da Silva Guedes Tavares" userId="S::up201706336@up.pt::0082672e-caf2-4cb6-be9b-91bd92c527f4" providerId="AD" clId="Web-{C3DFBA2C-0EB0-922D-BA91-67E470F1D73E}" dt="2025-11-10T11:11:40.951" v="2"/>
          <ac:spMkLst>
            <pc:docMk/>
            <pc:sldMk cId="988977761" sldId="256"/>
            <ac:spMk id="11" creationId="{E3FBD514-2A22-267C-C5C8-5D35B3684C68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8" actId="1076"/>
          <ac:spMkLst>
            <pc:docMk/>
            <pc:sldMk cId="988977761" sldId="256"/>
            <ac:spMk id="12" creationId="{FC4A8110-0C73-AAB7-0B0B-040CB3FBEE6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9" actId="1076"/>
          <ac:spMkLst>
            <pc:docMk/>
            <pc:sldMk cId="988977761" sldId="256"/>
            <ac:spMk id="13" creationId="{6F7DB29F-F11F-94BD-9337-6616C943700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7:05.416" v="127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32.280" v="220" actId="20577"/>
        <pc:sldMkLst>
          <pc:docMk/>
          <pc:sldMk cId="338144412" sldId="259"/>
        </pc:sldMkLst>
        <pc:spChg chg="add mod">
          <ac:chgData name="Diogo da Silva Guedes Tavares" userId="S::up201706336@up.pt::0082672e-caf2-4cb6-be9b-91bd92c527f4" providerId="AD" clId="Web-{C3DFBA2C-0EB0-922D-BA91-67E470F1D73E}" dt="2025-11-10T11:23:09.792" v="159" actId="20577"/>
          <ac:spMkLst>
            <pc:docMk/>
            <pc:sldMk cId="338144412" sldId="259"/>
            <ac:spMk id="8" creationId="{D49E4153-365D-4C44-68AC-6FF76D532A8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32.280" v="220" actId="20577"/>
          <ac:spMkLst>
            <pc:docMk/>
            <pc:sldMk cId="338144412" sldId="259"/>
            <ac:spMk id="10" creationId="{1AD02113-FBF5-395A-09D9-D53C96BA8FFB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50.781" v="227" actId="20577"/>
        <pc:sldMkLst>
          <pc:docMk/>
          <pc:sldMk cId="698231920" sldId="264"/>
        </pc:sldMkLst>
        <pc:spChg chg="add mod">
          <ac:chgData name="Diogo da Silva Guedes Tavares" userId="S::up201706336@up.pt::0082672e-caf2-4cb6-be9b-91bd92c527f4" providerId="AD" clId="Web-{C3DFBA2C-0EB0-922D-BA91-67E470F1D73E}" dt="2025-11-10T11:25:08.670" v="211" actId="20577"/>
          <ac:spMkLst>
            <pc:docMk/>
            <pc:sldMk cId="698231920" sldId="264"/>
            <ac:spMk id="10" creationId="{DE4691B8-532B-65F5-F652-FFE3CBC8B5B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50.781" v="227" actId="20577"/>
          <ac:spMkLst>
            <pc:docMk/>
            <pc:sldMk cId="698231920" sldId="264"/>
            <ac:spMk id="13" creationId="{E9043933-4A9D-0434-6D34-D9D7791C41AE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40.874" v="222" actId="20577"/>
        <pc:sldMkLst>
          <pc:docMk/>
          <pc:sldMk cId="3972524331" sldId="265"/>
        </pc:sldMkLst>
        <pc:spChg chg="add mod">
          <ac:chgData name="Diogo da Silva Guedes Tavares" userId="S::up201706336@up.pt::0082672e-caf2-4cb6-be9b-91bd92c527f4" providerId="AD" clId="Web-{C3DFBA2C-0EB0-922D-BA91-67E470F1D73E}" dt="2025-11-10T11:24:36.138" v="195" actId="20577"/>
          <ac:spMkLst>
            <pc:docMk/>
            <pc:sldMk cId="3972524331" sldId="265"/>
            <ac:spMk id="10" creationId="{98F98801-492E-0C15-4B31-A1A6A2D7A4B8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40.874" v="222" actId="20577"/>
          <ac:spMkLst>
            <pc:docMk/>
            <pc:sldMk cId="3972524331" sldId="265"/>
            <ac:spMk id="13" creationId="{67E2C112-A904-FF96-77C6-3F3D35DA4496}"/>
          </ac:spMkLst>
        </pc:spChg>
      </pc:sldChg>
      <pc:sldChg chg="new del">
        <pc:chgData name="Diogo da Silva Guedes Tavares" userId="S::up201706336@up.pt::0082672e-caf2-4cb6-be9b-91bd92c527f4" providerId="AD" clId="Web-{C3DFBA2C-0EB0-922D-BA91-67E470F1D73E}" dt="2025-11-10T11:14:29.346" v="41"/>
        <pc:sldMkLst>
          <pc:docMk/>
          <pc:sldMk cId="3313345083" sldId="266"/>
        </pc:sldMkLst>
      </pc:sldChg>
    </pc:docChg>
  </pc:docChgLst>
  <pc:docChgLst>
    <pc:chgData name="Diogo da Silva Guedes Tavares" userId="S::up201706336@up.pt::0082672e-caf2-4cb6-be9b-91bd92c527f4" providerId="AD" clId="Web-{CB21DA63-8453-8F06-287E-A0B6CCE3EFA8}"/>
    <pc:docChg chg="addSld modSld">
      <pc:chgData name="Diogo da Silva Guedes Tavares" userId="S::up201706336@up.pt::0082672e-caf2-4cb6-be9b-91bd92c527f4" providerId="AD" clId="Web-{CB21DA63-8453-8F06-287E-A0B6CCE3EFA8}" dt="2025-11-10T18:14:32.186" v="247" actId="20577"/>
      <pc:docMkLst>
        <pc:docMk/>
      </pc:docMkLst>
      <pc:sldChg chg="addSp modSp">
        <pc:chgData name="Diogo da Silva Guedes Tavares" userId="S::up201706336@up.pt::0082672e-caf2-4cb6-be9b-91bd92c527f4" providerId="AD" clId="Web-{CB21DA63-8453-8F06-287E-A0B6CCE3EFA8}" dt="2025-11-10T18:11:50.456" v="223" actId="20577"/>
        <pc:sldMkLst>
          <pc:docMk/>
          <pc:sldMk cId="988977761" sldId="256"/>
        </pc:sldMkLst>
        <pc:spChg chg="add mod">
          <ac:chgData name="Diogo da Silva Guedes Tavares" userId="S::up201706336@up.pt::0082672e-caf2-4cb6-be9b-91bd92c527f4" providerId="AD" clId="Web-{CB21DA63-8453-8F06-287E-A0B6CCE3EFA8}" dt="2025-11-10T18:11:32.516" v="217" actId="1076"/>
          <ac:spMkLst>
            <pc:docMk/>
            <pc:sldMk cId="988977761" sldId="256"/>
            <ac:spMk id="2" creationId="{0C93DBC0-AB9F-8495-46C1-B97F5F4B4EB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5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0.456" v="223" actId="20577"/>
          <ac:spMkLst>
            <pc:docMk/>
            <pc:sldMk cId="988977761" sldId="256"/>
            <ac:spMk id="9" creationId="{F3D9BAAA-A8AD-80D3-8AE5-F58B6D10412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6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14:32.186" v="247" actId="20577"/>
        <pc:sldMkLst>
          <pc:docMk/>
          <pc:sldMk cId="1302322499" sldId="257"/>
        </pc:sldMkLst>
        <pc:spChg chg="mod">
          <ac:chgData name="Diogo da Silva Guedes Tavares" userId="S::up201706336@up.pt::0082672e-caf2-4cb6-be9b-91bd92c527f4" providerId="AD" clId="Web-{CB21DA63-8453-8F06-287E-A0B6CCE3EFA8}" dt="2025-11-10T18:14:32.186" v="247" actId="20577"/>
          <ac:spMkLst>
            <pc:docMk/>
            <pc:sldMk cId="1302322499" sldId="257"/>
            <ac:spMk id="8" creationId="{BF014D4A-7E34-D043-D3E3-64D6E75158ED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03:26.028" v="174" actId="1076"/>
        <pc:sldMkLst>
          <pc:docMk/>
          <pc:sldMk cId="3306470695" sldId="260"/>
        </pc:sldMkLst>
        <pc:spChg chg="mod">
          <ac:chgData name="Diogo da Silva Guedes Tavares" userId="S::up201706336@up.pt::0082672e-caf2-4cb6-be9b-91bd92c527f4" providerId="AD" clId="Web-{CB21DA63-8453-8F06-287E-A0B6CCE3EFA8}" dt="2025-11-10T18:03:26.028" v="174" actId="1076"/>
          <ac:spMkLst>
            <pc:docMk/>
            <pc:sldMk cId="3306470695" sldId="260"/>
            <ac:spMk id="14" creationId="{B745E0E4-BA95-DB6E-8188-77328BE35116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02:30.825" v="169" actId="1076"/>
        <pc:sldMkLst>
          <pc:docMk/>
          <pc:sldMk cId="2752986164" sldId="266"/>
        </pc:sldMkLst>
        <pc:spChg chg="del">
          <ac:chgData name="Diogo da Silva Guedes Tavares" userId="S::up201706336@up.pt::0082672e-caf2-4cb6-be9b-91bd92c527f4" providerId="AD" clId="Web-{CB21DA63-8453-8F06-287E-A0B6CCE3EFA8}" dt="2025-11-10T17:58:38.167" v="68"/>
          <ac:spMkLst>
            <pc:docMk/>
            <pc:sldMk cId="2752986164" sldId="266"/>
            <ac:spMk id="3" creationId="{13557E0F-35D9-ED35-CBDF-DF03E822A8E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6:18.212" v="1" actId="20577"/>
          <ac:spMkLst>
            <pc:docMk/>
            <pc:sldMk cId="2752986164" sldId="266"/>
            <ac:spMk id="7" creationId="{2F56CF0C-A0E8-6279-5156-90242614FCA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8:27.338" v="66" actId="20577"/>
          <ac:spMkLst>
            <pc:docMk/>
            <pc:sldMk cId="2752986164" sldId="266"/>
            <ac:spMk id="8" creationId="{6480F665-AABD-0E46-5A16-B06077B323C8}"/>
          </ac:spMkLst>
        </pc:spChg>
        <pc:spChg chg="del">
          <ac:chgData name="Diogo da Silva Guedes Tavares" userId="S::up201706336@up.pt::0082672e-caf2-4cb6-be9b-91bd92c527f4" providerId="AD" clId="Web-{CB21DA63-8453-8F06-287E-A0B6CCE3EFA8}" dt="2025-11-10T17:58:35.135" v="67"/>
          <ac:spMkLst>
            <pc:docMk/>
            <pc:sldMk cId="2752986164" sldId="266"/>
            <ac:spMk id="9" creationId="{34F01C35-851B-D482-8BE8-B35FA3E26A0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23.325" v="165" actId="1076"/>
          <ac:spMkLst>
            <pc:docMk/>
            <pc:sldMk cId="2752986164" sldId="266"/>
            <ac:spMk id="10" creationId="{652DB59F-054E-2AC1-0808-5BB82728A9DA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23.325" v="166" actId="1076"/>
          <ac:spMkLst>
            <pc:docMk/>
            <pc:sldMk cId="2752986164" sldId="266"/>
            <ac:spMk id="12" creationId="{AC10EE0B-7E2F-B8BD-8395-58D79978F6F0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794" v="167" actId="1076"/>
          <ac:spMkLst>
            <pc:docMk/>
            <pc:sldMk cId="2752986164" sldId="266"/>
            <ac:spMk id="13" creationId="{3531428E-3C53-5063-0FBF-F580C09D882F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09" v="168" actId="1076"/>
          <ac:spMkLst>
            <pc:docMk/>
            <pc:sldMk cId="2752986164" sldId="266"/>
            <ac:spMk id="14" creationId="{ECD6DABA-FE48-079C-1571-A95D44E0F699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25" v="169" actId="1076"/>
          <ac:spMkLst>
            <pc:docMk/>
            <pc:sldMk cId="2752986164" sldId="266"/>
            <ac:spMk id="15" creationId="{F543D9BB-A50D-7936-73A2-D80AE0F2EF51}"/>
          </ac:spMkLst>
        </pc:spChg>
        <pc:spChg chg="add del mod">
          <ac:chgData name="Diogo da Silva Guedes Tavares" userId="S::up201706336@up.pt::0082672e-caf2-4cb6-be9b-91bd92c527f4" providerId="AD" clId="Web-{CB21DA63-8453-8F06-287E-A0B6CCE3EFA8}" dt="2025-11-10T17:58:21.604" v="61"/>
          <ac:spMkLst>
            <pc:docMk/>
            <pc:sldMk cId="2752986164" sldId="266"/>
            <ac:spMk id="16" creationId="{8D00FD04-6FFC-C039-DFA2-503B0BAA4AFB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1:22.340" v="133" actId="1076"/>
        <pc:sldMkLst>
          <pc:docMk/>
          <pc:sldMk cId="3460961830" sldId="267"/>
        </pc:sldMkLst>
        <pc:spChg chg="add mod">
          <ac:chgData name="Diogo da Silva Guedes Tavares" userId="S::up201706336@up.pt::0082672e-caf2-4cb6-be9b-91bd92c527f4" providerId="AD" clId="Web-{CB21DA63-8453-8F06-287E-A0B6CCE3EFA8}" dt="2025-11-10T18:01:09.996" v="130" actId="20577"/>
          <ac:spMkLst>
            <pc:docMk/>
            <pc:sldMk cId="3460961830" sldId="267"/>
            <ac:spMk id="3" creationId="{2A682271-7206-F0B6-40F8-335794C27C69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9:19.542" v="71" actId="20577"/>
          <ac:spMkLst>
            <pc:docMk/>
            <pc:sldMk cId="3460961830" sldId="267"/>
            <ac:spMk id="7" creationId="{9C07A4AB-2111-9DFF-B957-ADA1FDA3A91A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15" v="121" actId="1076"/>
          <ac:spMkLst>
            <pc:docMk/>
            <pc:sldMk cId="3460961830" sldId="267"/>
            <ac:spMk id="8" creationId="{FB08E709-3E9F-B403-A269-E80BB671AD51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1:14.496" v="131" actId="20577"/>
          <ac:spMkLst>
            <pc:docMk/>
            <pc:sldMk cId="3460961830" sldId="267"/>
            <ac:spMk id="9" creationId="{E065A6F5-0C58-54A2-1B57-4A37805B4E2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24" v="132" actId="1076"/>
          <ac:spMkLst>
            <pc:docMk/>
            <pc:sldMk cId="3460961830" sldId="267"/>
            <ac:spMk id="10" creationId="{B171FEEB-6287-4974-D68C-17AC3ED2831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40" v="133" actId="1076"/>
          <ac:spMkLst>
            <pc:docMk/>
            <pc:sldMk cId="3460961830" sldId="267"/>
            <ac:spMk id="12" creationId="{62B3132C-B9CD-5DA2-A32E-44DC92ED45AC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2" actId="1076"/>
          <ac:spMkLst>
            <pc:docMk/>
            <pc:sldMk cId="3460961830" sldId="267"/>
            <ac:spMk id="13" creationId="{96B49A43-03A4-8927-AE78-066FCCC1C33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3" actId="1076"/>
          <ac:spMkLst>
            <pc:docMk/>
            <pc:sldMk cId="3460961830" sldId="267"/>
            <ac:spMk id="14" creationId="{A476DD4A-5333-230D-FCFB-D8AC6F91458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05.059" v="129" actId="20577"/>
          <ac:spMkLst>
            <pc:docMk/>
            <pc:sldMk cId="3460961830" sldId="267"/>
            <ac:spMk id="15" creationId="{C47813B5-C0B0-EB4D-7372-FECD5A2EC46F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2:18.262" v="164" actId="1076"/>
        <pc:sldMkLst>
          <pc:docMk/>
          <pc:sldMk cId="555068930" sldId="268"/>
        </pc:sldMkLst>
        <pc:spChg chg="add mod">
          <ac:chgData name="Diogo da Silva Guedes Tavares" userId="S::up201706336@up.pt::0082672e-caf2-4cb6-be9b-91bd92c527f4" providerId="AD" clId="Web-{CB21DA63-8453-8F06-287E-A0B6CCE3EFA8}" dt="2025-11-10T18:02:12.981" v="162" actId="1076"/>
          <ac:spMkLst>
            <pc:docMk/>
            <pc:sldMk cId="555068930" sldId="268"/>
            <ac:spMk id="3" creationId="{D4609151-7979-D31F-676F-C6A50136D8E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9.465" v="134" actId="20577"/>
          <ac:spMkLst>
            <pc:docMk/>
            <pc:sldMk cId="555068930" sldId="268"/>
            <ac:spMk id="7" creationId="{8B4AA27F-D657-82DA-6BBA-D8922C25C33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00.465" v="156" actId="20577"/>
          <ac:spMkLst>
            <pc:docMk/>
            <pc:sldMk cId="555068930" sldId="268"/>
            <ac:spMk id="8" creationId="{8F516916-69F2-F0B4-266E-C514D04F42F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47" v="163" actId="1076"/>
          <ac:spMkLst>
            <pc:docMk/>
            <pc:sldMk cId="555068930" sldId="268"/>
            <ac:spMk id="10" creationId="{B4FAA61D-B238-1E38-D640-822EB493377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62" v="164" actId="1076"/>
          <ac:spMkLst>
            <pc:docMk/>
            <pc:sldMk cId="555068930" sldId="268"/>
            <ac:spMk id="12" creationId="{249B77B2-51BC-A9CD-68D1-C4381F43A565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18" v="159" actId="1076"/>
          <ac:spMkLst>
            <pc:docMk/>
            <pc:sldMk cId="555068930" sldId="268"/>
            <ac:spMk id="13" creationId="{5A1182E8-7F6E-A8B2-7B19-8AA7C15CC63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34" v="160" actId="1076"/>
          <ac:spMkLst>
            <pc:docMk/>
            <pc:sldMk cId="555068930" sldId="268"/>
            <ac:spMk id="14" creationId="{FDB1AAD5-ED4C-5A22-6C64-47A2942E011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50" v="161" actId="1076"/>
          <ac:spMkLst>
            <pc:docMk/>
            <pc:sldMk cId="555068930" sldId="268"/>
            <ac:spMk id="15" creationId="{ADFAC2F5-4E01-57A6-836F-35CD317806B3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11:57.159" v="224" actId="20577"/>
        <pc:sldMkLst>
          <pc:docMk/>
          <pc:sldMk cId="1373032526" sldId="269"/>
        </pc:sldMkLst>
        <pc:spChg chg="add mod">
          <ac:chgData name="Diogo da Silva Guedes Tavares" userId="S::up201706336@up.pt::0082672e-caf2-4cb6-be9b-91bd92c527f4" providerId="AD" clId="Web-{CB21DA63-8453-8F06-287E-A0B6CCE3EFA8}" dt="2025-11-10T18:10:04.256" v="194" actId="1076"/>
          <ac:spMkLst>
            <pc:docMk/>
            <pc:sldMk cId="1373032526" sldId="269"/>
            <ac:spMk id="2" creationId="{FE8F369E-0DCC-69F7-F1FB-538F35A14A0F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6:22.717" v="191" actId="14100"/>
          <ac:spMkLst>
            <pc:docMk/>
            <pc:sldMk cId="1373032526" sldId="269"/>
            <ac:spMk id="3" creationId="{2DA1AD49-20D1-4512-9FCC-8849BD5E216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7.159" v="224" actId="20577"/>
          <ac:spMkLst>
            <pc:docMk/>
            <pc:sldMk cId="1373032526" sldId="269"/>
            <ac:spMk id="9" creationId="{A0798714-1B37-2022-1CB3-E0F2C696100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9:56.770" v="192" actId="1076"/>
          <ac:spMkLst>
            <pc:docMk/>
            <pc:sldMk cId="1373032526" sldId="269"/>
            <ac:spMk id="10" creationId="{1950D19B-7161-F155-D929-908DB82F3B1C}"/>
          </ac:spMkLst>
        </pc:spChg>
        <pc:spChg chg="del">
          <ac:chgData name="Diogo da Silva Guedes Tavares" userId="S::up201706336@up.pt::0082672e-caf2-4cb6-be9b-91bd92c527f4" providerId="AD" clId="Web-{CB21DA63-8453-8F06-287E-A0B6CCE3EFA8}" dt="2025-11-10T18:06:15.904" v="188"/>
          <ac:spMkLst>
            <pc:docMk/>
            <pc:sldMk cId="1373032526" sldId="269"/>
            <ac:spMk id="14" creationId="{E24CEDE5-3D1B-5482-3F2C-FD0B2EE152D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Faça clique para editar o estilo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3536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05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14626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6420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Marcador de Posição de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8" name="Marcador de Posição do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9149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5507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9934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8916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0662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4251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51718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31C0BB-DC71-4713-A787-95011EDB8CA8}" type="datetimeFigureOut">
              <a:rPr lang="pt-PT" smtClean="0"/>
              <a:t>10/11/2025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3206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184A4365-DFB4-CBCD-AFB3-804AF67F4E9C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3394B3C-6BB1-BF62-3C32-339E30EB303A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3443ADC-7BC5-FE12-46A7-3AEC4B829365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A64146C-9BB1-95DF-E23E-2CB6BB23A14B}"/>
              </a:ext>
            </a:extLst>
          </p:cNvPr>
          <p:cNvSpPr txBox="1"/>
          <p:nvPr/>
        </p:nvSpPr>
        <p:spPr>
          <a:xfrm>
            <a:off x="6842987" y="5564359"/>
            <a:ext cx="173215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REGISTAR</a:t>
            </a:r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3D9BAAA-A8AD-80D3-8AE5-F58B6D104121}"/>
              </a:ext>
            </a:extLst>
          </p:cNvPr>
          <p:cNvSpPr txBox="1"/>
          <p:nvPr/>
        </p:nvSpPr>
        <p:spPr>
          <a:xfrm>
            <a:off x="3876388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INÍCIO DE SESSÃO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A7370E-020D-E32F-ABD8-B5D9B546BB93}"/>
              </a:ext>
            </a:extLst>
          </p:cNvPr>
          <p:cNvSpPr txBox="1"/>
          <p:nvPr/>
        </p:nvSpPr>
        <p:spPr>
          <a:xfrm>
            <a:off x="3809396" y="2576341"/>
            <a:ext cx="303256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C4A8110-0C73-AAB7-0B0B-040CB3FBEE6F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F7DB29F-F11F-94BD-9337-6616C943700E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64FBFDB-6E90-F3B8-A843-68D62E930A0C}"/>
              </a:ext>
            </a:extLst>
          </p:cNvPr>
          <p:cNvSpPr txBox="1"/>
          <p:nvPr/>
        </p:nvSpPr>
        <p:spPr>
          <a:xfrm>
            <a:off x="3421501" y="4913633"/>
            <a:ext cx="614955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Caso ainda não tenha uma conta clique em registar para criar uma.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C93DBC0-AB9F-8495-46C1-B97F5F4B4EB8}"/>
              </a:ext>
            </a:extLst>
          </p:cNvPr>
          <p:cNvSpPr txBox="1"/>
          <p:nvPr/>
        </p:nvSpPr>
        <p:spPr>
          <a:xfrm>
            <a:off x="4807358" y="4160101"/>
            <a:ext cx="243972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INICIAR SESSÃO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977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CA2F-F754-2332-140D-E42DEE7D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C2686B32-2042-4473-4940-A3C9BAB286E5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69AA1D8-5358-1F54-8A16-76C44E29C5D9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45DD2FD-3965-3CFC-180F-5E5ACBE7BCB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DA1AD49-20D1-4512-9FCC-8849BD5E2166}"/>
              </a:ext>
            </a:extLst>
          </p:cNvPr>
          <p:cNvSpPr txBox="1"/>
          <p:nvPr/>
        </p:nvSpPr>
        <p:spPr>
          <a:xfrm>
            <a:off x="4948873" y="5096273"/>
            <a:ext cx="1895438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CONFIRMAR</a:t>
            </a:r>
            <a:endParaRPr lang="pt-PT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0798714-1B37-2022-1CB3-E0F2C6961008}"/>
              </a:ext>
            </a:extLst>
          </p:cNvPr>
          <p:cNvSpPr txBox="1"/>
          <p:nvPr/>
        </p:nvSpPr>
        <p:spPr>
          <a:xfrm>
            <a:off x="3680445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REGISTO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950D19B-7161-F155-D929-908DB82F3B1C}"/>
              </a:ext>
            </a:extLst>
          </p:cNvPr>
          <p:cNvSpPr txBox="1"/>
          <p:nvPr/>
        </p:nvSpPr>
        <p:spPr>
          <a:xfrm>
            <a:off x="3297767" y="2608998"/>
            <a:ext cx="3032568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Repetir 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CB29F45-0362-02EB-6654-0D090F563BA0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682DC12-5CEE-1E7F-C52C-17A5557850CA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E8F369E-0DCC-69F7-F1FB-538F35A14A0F}"/>
              </a:ext>
            </a:extLst>
          </p:cNvPr>
          <p:cNvSpPr txBox="1"/>
          <p:nvPr/>
        </p:nvSpPr>
        <p:spPr>
          <a:xfrm>
            <a:off x="6037025" y="42846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7303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FB0D-CC0A-06F3-1735-090964F5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C4B89AD-9D3C-0DB6-753B-37A94716C5C1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206A091-6A45-F5B1-E654-7A4F25C1C0DF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A96DBD3-F46A-FA60-2737-5403DE5D72B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7D53C99-5DCD-4D05-1C19-31DA39D3C975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Ultimas </a:t>
            </a:r>
            <a:r>
              <a:rPr lang="pt-PT" dirty="0" err="1"/>
              <a:t>coleçoes</a:t>
            </a:r>
            <a:r>
              <a:rPr lang="pt-PT" dirty="0"/>
              <a:t> adicionadas/Novidades: 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014D4A-7E34-D043-D3E3-64D6E75158ED}"/>
              </a:ext>
            </a:extLst>
          </p:cNvPr>
          <p:cNvSpPr txBox="1"/>
          <p:nvPr/>
        </p:nvSpPr>
        <p:spPr>
          <a:xfrm>
            <a:off x="669471" y="2818143"/>
            <a:ext cx="7819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 1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1)</a:t>
            </a:r>
          </a:p>
          <a:p>
            <a:endParaRPr lang="pt-PT" dirty="0"/>
          </a:p>
          <a:p>
            <a:r>
              <a:rPr lang="pt-PT" dirty="0"/>
              <a:t> 2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2)</a:t>
            </a:r>
          </a:p>
          <a:p>
            <a:endParaRPr lang="pt-PT" dirty="0"/>
          </a:p>
          <a:p>
            <a:r>
              <a:rPr lang="pt-PT" dirty="0"/>
              <a:t> 3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com alguns exemplos de itens da </a:t>
            </a:r>
            <a:r>
              <a:rPr lang="pt-PT" dirty="0" err="1"/>
              <a:t>coleçao</a:t>
            </a:r>
            <a:r>
              <a:rPr lang="pt-PT" dirty="0"/>
              <a:t> 3)</a:t>
            </a:r>
          </a:p>
          <a:p>
            <a:endParaRPr lang="pt-PT" dirty="0"/>
          </a:p>
          <a:p>
            <a:r>
              <a:rPr lang="pt-PT" dirty="0"/>
              <a:t> 4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4)</a:t>
            </a:r>
          </a:p>
          <a:p>
            <a:endParaRPr lang="pt-PT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8BC4CCB-3EE1-F42E-2CC6-7233E654AE9A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6F6F831-F003-242B-E5DE-ABA854E8282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5A6B806-76C7-C117-7B56-31FD8A584DF0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EA3A13-45B6-4D6D-D558-D6ABB55C844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</p:spTree>
    <p:extLst>
      <p:ext uri="{BB962C8B-B14F-4D97-AF65-F5344CB8AC3E}">
        <p14:creationId xmlns:p14="http://schemas.microsoft.com/office/powerpoint/2010/main" val="1302322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2FD09-589F-4F45-9197-A0FA7BC7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B7F0790-D0C5-642F-0A47-D8D8B7AB559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D0D991A-96EE-F269-E35B-4AD06A94C5AD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431665-0359-A6AD-C463-12D956F6CBF3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B3700C-292B-2316-D9BF-34D79AE2CDF7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3CF8243-AEDE-4434-2EB9-64AA705CB62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F06BF2B-6D50-3B98-B56C-4D1E53E31EC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86294B-4E03-9B39-3305-F79118E869CF}"/>
              </a:ext>
            </a:extLst>
          </p:cNvPr>
          <p:cNvSpPr txBox="1"/>
          <p:nvPr/>
        </p:nvSpPr>
        <p:spPr>
          <a:xfrm>
            <a:off x="4039967" y="5653899"/>
            <a:ext cx="1766553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perfil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602EDF3-F4BE-3B15-59CB-E638A38EABE5}"/>
              </a:ext>
            </a:extLst>
          </p:cNvPr>
          <p:cNvSpPr txBox="1"/>
          <p:nvPr/>
        </p:nvSpPr>
        <p:spPr>
          <a:xfrm>
            <a:off x="6320301" y="5650688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e-mail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85396969-1A35-36CC-5A54-073383E4D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B745E0E4-BA95-DB6E-8188-77328BE35116}"/>
              </a:ext>
            </a:extLst>
          </p:cNvPr>
          <p:cNvSpPr txBox="1"/>
          <p:nvPr/>
        </p:nvSpPr>
        <p:spPr>
          <a:xfrm>
            <a:off x="4037604" y="2847120"/>
            <a:ext cx="587075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Data de nascimento: 01/01/1990</a:t>
            </a:r>
          </a:p>
          <a:p>
            <a:endParaRPr lang="pt-PT" dirty="0"/>
          </a:p>
          <a:p>
            <a:r>
              <a:rPr lang="pt-PT" dirty="0"/>
              <a:t>Data de registo: 01/01/2025</a:t>
            </a:r>
          </a:p>
          <a:p>
            <a:endParaRPr lang="pt-PT" dirty="0"/>
          </a:p>
          <a:p>
            <a:r>
              <a:rPr lang="pt-PT" dirty="0"/>
              <a:t>Numero de coleções:  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6267839-66FD-FE76-651A-DE3752F390B7}"/>
              </a:ext>
            </a:extLst>
          </p:cNvPr>
          <p:cNvSpPr txBox="1"/>
          <p:nvPr/>
        </p:nvSpPr>
        <p:spPr>
          <a:xfrm>
            <a:off x="8627766" y="5650689"/>
            <a:ext cx="256074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palavra-passe</a:t>
            </a:r>
          </a:p>
        </p:txBody>
      </p:sp>
    </p:spTree>
    <p:extLst>
      <p:ext uri="{BB962C8B-B14F-4D97-AF65-F5344CB8AC3E}">
        <p14:creationId xmlns:p14="http://schemas.microsoft.com/office/powerpoint/2010/main" val="3306470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23CC-940C-E7C1-7F7A-90C05157F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78EB50B-2BE0-0697-1875-E406D60B6B4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287E184-4685-3085-D0FD-E48CB3EF0AC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B3581B9-9E8D-5D62-78D0-C1DAF00FE137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AEDA79-FE3A-EE99-52D0-CB5BF218B0AE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3E93F96-4D6D-2B8C-C65A-23B796B66C35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334BA79-E785-BD87-9F28-6BEF4AA7B8B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8AF4C9C-E36F-7E3E-37CE-926F42A74396}"/>
              </a:ext>
            </a:extLst>
          </p:cNvPr>
          <p:cNvSpPr txBox="1"/>
          <p:nvPr/>
        </p:nvSpPr>
        <p:spPr>
          <a:xfrm>
            <a:off x="4072165" y="3689872"/>
            <a:ext cx="258221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Carregar nova imagem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2A4B883-BF00-DC77-7A0E-BFBD21A562B9}"/>
              </a:ext>
            </a:extLst>
          </p:cNvPr>
          <p:cNvSpPr txBox="1"/>
          <p:nvPr/>
        </p:nvSpPr>
        <p:spPr>
          <a:xfrm>
            <a:off x="3583540" y="546823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B2FC6793-DFFA-3F6D-3711-6F06277C6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EEBC46-EA08-8896-E69E-E05F0C327984}"/>
              </a:ext>
            </a:extLst>
          </p:cNvPr>
          <p:cNvSpPr txBox="1"/>
          <p:nvPr/>
        </p:nvSpPr>
        <p:spPr>
          <a:xfrm>
            <a:off x="4037604" y="2662063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Nova data de nascimento: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5C80D1-5061-AACD-0743-DCF863E4DC04}"/>
              </a:ext>
            </a:extLst>
          </p:cNvPr>
          <p:cNvSpPr txBox="1"/>
          <p:nvPr/>
        </p:nvSpPr>
        <p:spPr>
          <a:xfrm>
            <a:off x="6320302" y="546823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E8BFAF-905A-434F-BF31-064E9A4126D9}"/>
              </a:ext>
            </a:extLst>
          </p:cNvPr>
          <p:cNvSpPr txBox="1"/>
          <p:nvPr/>
        </p:nvSpPr>
        <p:spPr>
          <a:xfrm>
            <a:off x="7211090" y="2656350"/>
            <a:ext cx="21421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</p:spTree>
    <p:extLst>
      <p:ext uri="{BB962C8B-B14F-4D97-AF65-F5344CB8AC3E}">
        <p14:creationId xmlns:p14="http://schemas.microsoft.com/office/powerpoint/2010/main" val="2994674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41F76-D190-9040-57EB-0241ADA5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01E5A94-C2C2-F8B7-2CB8-C736ACE3CFAA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D05C00-8E8B-9132-1982-8E71D044B572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A52557-1709-BEC7-00F8-628C0B92A7B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23C8E8F-5725-1A49-7080-F1AC3A2D9630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e-mail: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60C5219-28FD-C894-C5BA-378DC6C647CE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4440C47-E2A6-2D20-4670-FEFFB99EE1C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A46A4DE-2D45-A258-489B-BB42C0ACED7C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Novo e-mail: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4011CE-A87A-F3EB-B2DD-A9445131FEFE}"/>
              </a:ext>
            </a:extLst>
          </p:cNvPr>
          <p:cNvSpPr txBox="1"/>
          <p:nvPr/>
        </p:nvSpPr>
        <p:spPr>
          <a:xfrm>
            <a:off x="5547569" y="3096378"/>
            <a:ext cx="2882721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e-mail)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CBEB134-6D51-CABC-A6F4-974D017852B6}"/>
              </a:ext>
            </a:extLst>
          </p:cNvPr>
          <p:cNvSpPr txBox="1"/>
          <p:nvPr/>
        </p:nvSpPr>
        <p:spPr>
          <a:xfrm>
            <a:off x="2724948" y="474916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0BF3BF2-9285-1723-5834-0260A63FB67F}"/>
              </a:ext>
            </a:extLst>
          </p:cNvPr>
          <p:cNvSpPr txBox="1"/>
          <p:nvPr/>
        </p:nvSpPr>
        <p:spPr>
          <a:xfrm>
            <a:off x="5461710" y="474916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</p:spTree>
    <p:extLst>
      <p:ext uri="{BB962C8B-B14F-4D97-AF65-F5344CB8AC3E}">
        <p14:creationId xmlns:p14="http://schemas.microsoft.com/office/powerpoint/2010/main" val="2332653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9B12F-1EB9-4D02-A278-9ED2613C3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CEBDFC1-5C57-3124-D904-32BC5701B52D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43D8CB0-910A-6F1B-3763-DFFDCEA9618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CA7C18E-15B0-F78C-ED1B-61E94FC28DD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DF6DDFC-628F-4803-CFBA-8660F523C30D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palavra-passe: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9D636F1-95CC-8DF7-EC7C-B7B2CA2CB044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191912F-2F1C-8AC3-CADD-8C40068F465A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34341E1-35F0-9024-8701-FA42AF8D63ED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antiga: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E364A93-1674-ED4D-7D4E-0FD0BE2A2B1A}"/>
              </a:ext>
            </a:extLst>
          </p:cNvPr>
          <p:cNvSpPr txBox="1"/>
          <p:nvPr/>
        </p:nvSpPr>
        <p:spPr>
          <a:xfrm>
            <a:off x="5483175" y="3096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antiga)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C328C73-880D-E397-6CF5-29DEA6E6975E}"/>
              </a:ext>
            </a:extLst>
          </p:cNvPr>
          <p:cNvSpPr txBox="1"/>
          <p:nvPr/>
        </p:nvSpPr>
        <p:spPr>
          <a:xfrm>
            <a:off x="2724948" y="5232125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8894154-1360-A86F-F649-95E9B46E47C1}"/>
              </a:ext>
            </a:extLst>
          </p:cNvPr>
          <p:cNvSpPr txBox="1"/>
          <p:nvPr/>
        </p:nvSpPr>
        <p:spPr>
          <a:xfrm>
            <a:off x="5461710" y="5232126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0309001-CF70-25BA-E557-1E91763BFD04}"/>
              </a:ext>
            </a:extLst>
          </p:cNvPr>
          <p:cNvSpPr txBox="1"/>
          <p:nvPr/>
        </p:nvSpPr>
        <p:spPr>
          <a:xfrm>
            <a:off x="2374082" y="3864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nova: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4C464A3-1EFD-73B7-909F-C55E19DC6A03}"/>
              </a:ext>
            </a:extLst>
          </p:cNvPr>
          <p:cNvSpPr txBox="1"/>
          <p:nvPr/>
        </p:nvSpPr>
        <p:spPr>
          <a:xfrm>
            <a:off x="5493907" y="3858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nova)</a:t>
            </a:r>
          </a:p>
        </p:txBody>
      </p:sp>
    </p:spTree>
    <p:extLst>
      <p:ext uri="{BB962C8B-B14F-4D97-AF65-F5344CB8AC3E}">
        <p14:creationId xmlns:p14="http://schemas.microsoft.com/office/powerpoint/2010/main" val="2232790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1DDD-2BEE-99FA-FE0E-B1F566E1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802E166-17DE-1148-6E08-8874B557EAFE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2D646B-65C4-71AF-D909-7F8C9BBCDEA6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D0450DB-CE43-CDD6-F05D-DB54B187B99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   LOGO   BARRA DE PESQUISA   PERFIL/INICIAR SESSAO/REGISTAR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5F25C75-3705-BDBC-38C3-6EFE96DC112C}"/>
              </a:ext>
            </a:extLst>
          </p:cNvPr>
          <p:cNvSpPr txBox="1"/>
          <p:nvPr/>
        </p:nvSpPr>
        <p:spPr>
          <a:xfrm>
            <a:off x="674076" y="153069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Desenvolvedores: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E7C3B73-5DAA-7494-72F5-DE452C907435}"/>
              </a:ext>
            </a:extLst>
          </p:cNvPr>
          <p:cNvSpPr txBox="1"/>
          <p:nvPr/>
        </p:nvSpPr>
        <p:spPr>
          <a:xfrm>
            <a:off x="669471" y="2003707"/>
            <a:ext cx="7819292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 Desenvolvedor 1:</a:t>
            </a:r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 Desenvolvedor 2:</a:t>
            </a:r>
          </a:p>
          <a:p>
            <a:endParaRPr lang="pt-PT" dirty="0"/>
          </a:p>
          <a:p>
            <a:r>
              <a:rPr lang="pt-PT" dirty="0"/>
              <a:t> Desenvolvedor 3:</a:t>
            </a:r>
          </a:p>
          <a:p>
            <a:endParaRPr lang="pt-PT" dirty="0"/>
          </a:p>
          <a:p>
            <a:r>
              <a:rPr lang="pt-PT" dirty="0"/>
              <a:t> Desenvolvedor 4:</a:t>
            </a:r>
          </a:p>
          <a:p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C60F33D-3A98-0DEB-6B67-5FB9A15E86D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pic>
        <p:nvPicPr>
          <p:cNvPr id="9" name="Imagem 8" descr="Profile Icon Vector Art, Icons, and Graphics for Free Download">
            <a:extLst>
              <a:ext uri="{FF2B5EF4-FFF2-40B4-BE49-F238E27FC236}">
                <a16:creationId xmlns:a16="http://schemas.microsoft.com/office/drawing/2014/main" id="{F7ACA970-3872-30DF-41D9-477FACDA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59" y="2470749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11ECF1-33E7-F2D6-321E-AE69A2292431}"/>
              </a:ext>
            </a:extLst>
          </p:cNvPr>
          <p:cNvSpPr txBox="1"/>
          <p:nvPr/>
        </p:nvSpPr>
        <p:spPr>
          <a:xfrm>
            <a:off x="4348843" y="2404485"/>
            <a:ext cx="587075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Faculdade: FEUP</a:t>
            </a:r>
          </a:p>
          <a:p>
            <a:endParaRPr lang="pt-PT" dirty="0"/>
          </a:p>
          <a:p>
            <a:r>
              <a:rPr lang="pt-PT" dirty="0"/>
              <a:t>Curso:  MEEC</a:t>
            </a:r>
          </a:p>
        </p:txBody>
      </p:sp>
    </p:spTree>
    <p:extLst>
      <p:ext uri="{BB962C8B-B14F-4D97-AF65-F5344CB8AC3E}">
        <p14:creationId xmlns:p14="http://schemas.microsoft.com/office/powerpoint/2010/main" val="2010659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4D93A-343E-8A04-DBEC-AF5F04B1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D7BF89E-CAB8-0D36-A8BB-35B4F9D17CC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183124-B0FA-BE60-524E-B40081AD486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26C32DB-AF07-F5B0-7ADE-5A1354035BE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4C40829-AE86-0F56-D41F-0E178EA703AA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9526789-71C9-490D-E5AC-9E5AE471B56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5724F0-F029-C3ED-D6BF-D88544301C4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B71AA07-48C4-ED83-3162-51C1CB549EEC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55A9143-EF1E-EE6A-CC86-F0755F55F11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49E4153-365D-4C44-68AC-6FF76D532A8F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  <a:p>
            <a:endParaRPr lang="pt-PT" dirty="0"/>
          </a:p>
          <a:p>
            <a:r>
              <a:rPr lang="pt-PT" dirty="0"/>
              <a:t>Número de itens: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D02113-FBF5-395A-09D9-D53C96BA8FFB}"/>
              </a:ext>
            </a:extLst>
          </p:cNvPr>
          <p:cNvSpPr txBox="1"/>
          <p:nvPr/>
        </p:nvSpPr>
        <p:spPr>
          <a:xfrm>
            <a:off x="8654897" y="5390189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coleção</a:t>
            </a:r>
          </a:p>
        </p:txBody>
      </p:sp>
    </p:spTree>
    <p:extLst>
      <p:ext uri="{BB962C8B-B14F-4D97-AF65-F5344CB8AC3E}">
        <p14:creationId xmlns:p14="http://schemas.microsoft.com/office/powerpoint/2010/main" val="33814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8AC1-D7FE-DC6A-BA0D-DF1049807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D3037AD-A276-905E-5959-67C964167A8C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7B045D-C8C1-971D-4DC4-5BDE0D1251DA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50A4C72-3FAF-FB30-E475-1FC227A909AB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F56CF0C-A0E8-6279-5156-90242614FCA2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4CE3336-B2DF-BE72-86FB-6648E3A1CB6B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F224D11-2235-A2A8-48D6-38A3A1FC7879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480F665-AABD-0E46-5A16-B06077B323C8}"/>
              </a:ext>
            </a:extLst>
          </p:cNvPr>
          <p:cNvSpPr txBox="1"/>
          <p:nvPr/>
        </p:nvSpPr>
        <p:spPr>
          <a:xfrm>
            <a:off x="925872" y="3059405"/>
            <a:ext cx="402553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52DB59F-054E-2AC1-0808-5BB82728A9DA}"/>
              </a:ext>
            </a:extLst>
          </p:cNvPr>
          <p:cNvSpPr txBox="1"/>
          <p:nvPr/>
        </p:nvSpPr>
        <p:spPr>
          <a:xfrm>
            <a:off x="7860240" y="5509932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C10EE0B-7E2F-B8BD-8395-58D79978F6F0}"/>
              </a:ext>
            </a:extLst>
          </p:cNvPr>
          <p:cNvSpPr txBox="1"/>
          <p:nvPr/>
        </p:nvSpPr>
        <p:spPr>
          <a:xfrm>
            <a:off x="4333268" y="55099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531428E-3C53-5063-0FBF-F580C09D882F}"/>
              </a:ext>
            </a:extLst>
          </p:cNvPr>
          <p:cNvSpPr txBox="1"/>
          <p:nvPr/>
        </p:nvSpPr>
        <p:spPr>
          <a:xfrm>
            <a:off x="32882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CD6DABA-FE48-079C-1571-A95D44E0F699}"/>
              </a:ext>
            </a:extLst>
          </p:cNvPr>
          <p:cNvSpPr txBox="1"/>
          <p:nvPr/>
        </p:nvSpPr>
        <p:spPr>
          <a:xfrm>
            <a:off x="32882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543D9BB-A50D-7936-73A2-D80AE0F2EF51}"/>
              </a:ext>
            </a:extLst>
          </p:cNvPr>
          <p:cNvSpPr txBox="1"/>
          <p:nvPr/>
        </p:nvSpPr>
        <p:spPr>
          <a:xfrm>
            <a:off x="32882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</p:spTree>
    <p:extLst>
      <p:ext uri="{BB962C8B-B14F-4D97-AF65-F5344CB8AC3E}">
        <p14:creationId xmlns:p14="http://schemas.microsoft.com/office/powerpoint/2010/main" val="2752986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4EA2-539D-7E9D-E12C-B8B67C1D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CC83ABE-7006-1993-3B2D-4FB6F7307A9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3EA9C4-E9A1-02D5-369D-A53CBC31790B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D9600D-44C1-29F7-5ED6-136A3C2B7AAD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35E0BEF-597F-F611-EA84-8AC2EACE22E7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Item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C620A72-2166-2D8E-258C-E0DB5658386C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F0F80D-79E1-3225-8587-C00BAB5E9BE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4AFFFA-E3DE-363F-2BA5-1167672383E6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D3A1EA-72F1-0921-7321-9B286C2457E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F98801-492E-0C15-4B31-A1A6A2D7A4B8}"/>
              </a:ext>
            </a:extLst>
          </p:cNvPr>
          <p:cNvSpPr txBox="1"/>
          <p:nvPr/>
        </p:nvSpPr>
        <p:spPr>
          <a:xfrm>
            <a:off x="925872" y="3059405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7E2C112-A904-FF96-77C6-3F3D35DA4496}"/>
              </a:ext>
            </a:extLst>
          </p:cNvPr>
          <p:cNvSpPr txBox="1"/>
          <p:nvPr/>
        </p:nvSpPr>
        <p:spPr>
          <a:xfrm>
            <a:off x="8654897" y="56514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item</a:t>
            </a:r>
          </a:p>
        </p:txBody>
      </p:sp>
    </p:spTree>
    <p:extLst>
      <p:ext uri="{BB962C8B-B14F-4D97-AF65-F5344CB8AC3E}">
        <p14:creationId xmlns:p14="http://schemas.microsoft.com/office/powerpoint/2010/main" val="3972524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E75F-DDAD-7EBA-4503-B142E02EA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3EC6C53-5BB3-86FD-1E57-84CBFC3E35A4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B0FE2B4-E67B-6839-1FC4-06B0B2AB8DE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9C6DF6B-467F-DCF3-B378-FFA50FA176AF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C07A4AB-2111-9DFF-B957-ADA1FDA3A91A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item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2ED24FF-D864-F342-EE82-4BDEB76327A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D372C86-F072-3776-2774-8808B8AB5D0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B08E709-3E9F-B403-A269-E80BB671AD51}"/>
              </a:ext>
            </a:extLst>
          </p:cNvPr>
          <p:cNvSpPr txBox="1"/>
          <p:nvPr/>
        </p:nvSpPr>
        <p:spPr>
          <a:xfrm>
            <a:off x="936758" y="2798148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171FEEB-6287-4974-D68C-17AC3ED2831B}"/>
              </a:ext>
            </a:extLst>
          </p:cNvPr>
          <p:cNvSpPr txBox="1"/>
          <p:nvPr/>
        </p:nvSpPr>
        <p:spPr>
          <a:xfrm>
            <a:off x="7860240" y="5531703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B3132C-B9CD-5DA2-A32E-44DC92ED45AC}"/>
              </a:ext>
            </a:extLst>
          </p:cNvPr>
          <p:cNvSpPr txBox="1"/>
          <p:nvPr/>
        </p:nvSpPr>
        <p:spPr>
          <a:xfrm>
            <a:off x="4333268" y="553170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6B49A43-03A4-8927-AE78-066FCCC1C331}"/>
              </a:ext>
            </a:extLst>
          </p:cNvPr>
          <p:cNvSpPr txBox="1"/>
          <p:nvPr/>
        </p:nvSpPr>
        <p:spPr>
          <a:xfrm>
            <a:off x="4333267" y="2799389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476DD4A-5333-230D-FCFB-D8AC6F914587}"/>
              </a:ext>
            </a:extLst>
          </p:cNvPr>
          <p:cNvSpPr txBox="1"/>
          <p:nvPr/>
        </p:nvSpPr>
        <p:spPr>
          <a:xfrm>
            <a:off x="4333267" y="33545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7813B5-C0B0-EB4D-7372-FECD5A2EC46F}"/>
              </a:ext>
            </a:extLst>
          </p:cNvPr>
          <p:cNvSpPr txBox="1"/>
          <p:nvPr/>
        </p:nvSpPr>
        <p:spPr>
          <a:xfrm>
            <a:off x="4333267" y="39097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importância)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A682271-7206-F0B6-40F8-335794C27C69}"/>
              </a:ext>
            </a:extLst>
          </p:cNvPr>
          <p:cNvSpPr txBox="1"/>
          <p:nvPr/>
        </p:nvSpPr>
        <p:spPr>
          <a:xfrm>
            <a:off x="4333267" y="4410475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peso)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065A6F5-0C58-54A2-1B57-4A37805B4E24}"/>
              </a:ext>
            </a:extLst>
          </p:cNvPr>
          <p:cNvSpPr txBox="1"/>
          <p:nvPr/>
        </p:nvSpPr>
        <p:spPr>
          <a:xfrm>
            <a:off x="4333266" y="48785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preço)</a:t>
            </a:r>
          </a:p>
        </p:txBody>
      </p:sp>
    </p:spTree>
    <p:extLst>
      <p:ext uri="{BB962C8B-B14F-4D97-AF65-F5344CB8AC3E}">
        <p14:creationId xmlns:p14="http://schemas.microsoft.com/office/powerpoint/2010/main" val="3460961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DA4B-4C6B-AF41-B441-676242743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C2261E1-8357-1710-56AA-8E59EC52492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379000-B6B6-0728-3350-280B74EB053C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7BF824-27B1-DBC5-4CB2-128EC8715F2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A67B5B-24CE-1BDC-4003-3E3FC7FA45DC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387BA72-1619-103D-D8C7-49326F4A7A9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E31881-6226-1741-BF5E-B488709D9CA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3BBDF8-EEC0-78A6-A7C3-9646EBCFA702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C192407-D2F6-DBF4-6A72-656460B3272E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E4691B8-532B-65F5-F652-FFE3CBC8B5BE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9043933-4A9D-0434-6D34-D9D7791C41AE}"/>
              </a:ext>
            </a:extLst>
          </p:cNvPr>
          <p:cNvSpPr txBox="1"/>
          <p:nvPr/>
        </p:nvSpPr>
        <p:spPr>
          <a:xfrm>
            <a:off x="8654897" y="568410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evento</a:t>
            </a:r>
          </a:p>
        </p:txBody>
      </p:sp>
    </p:spTree>
    <p:extLst>
      <p:ext uri="{BB962C8B-B14F-4D97-AF65-F5344CB8AC3E}">
        <p14:creationId xmlns:p14="http://schemas.microsoft.com/office/powerpoint/2010/main" val="698231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B90F-F6E3-D9CE-06F5-62BD52FA6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D0E273B-6AEA-3544-3F51-4EA81F9964D0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C2105A-E29C-CAFD-DB8F-51BD80E63060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B550872-9121-D274-124D-83E97FE98DB4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B4AA27F-D657-82DA-6BBA-D8922C25C336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7E90A75-46AC-62D0-3991-6056DE753311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3FB4B86-F6CD-4619-A94B-C84544A2CB9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516916-69F2-F0B4-266E-C514D04F42FD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FAA61D-B238-1E38-D640-822EB493377D}"/>
              </a:ext>
            </a:extLst>
          </p:cNvPr>
          <p:cNvSpPr txBox="1"/>
          <p:nvPr/>
        </p:nvSpPr>
        <p:spPr>
          <a:xfrm>
            <a:off x="7860240" y="5575246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49B77B2-51BC-A9CD-68D1-C4381F43A565}"/>
              </a:ext>
            </a:extLst>
          </p:cNvPr>
          <p:cNvSpPr txBox="1"/>
          <p:nvPr/>
        </p:nvSpPr>
        <p:spPr>
          <a:xfrm>
            <a:off x="4333268" y="55752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A1182E8-7F6E-A8B2-7B19-8AA7C15CC637}"/>
              </a:ext>
            </a:extLst>
          </p:cNvPr>
          <p:cNvSpPr txBox="1"/>
          <p:nvPr/>
        </p:nvSpPr>
        <p:spPr>
          <a:xfrm>
            <a:off x="32120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DB1AAD5-ED4C-5A22-6C64-47A2942E0114}"/>
              </a:ext>
            </a:extLst>
          </p:cNvPr>
          <p:cNvSpPr txBox="1"/>
          <p:nvPr/>
        </p:nvSpPr>
        <p:spPr>
          <a:xfrm>
            <a:off x="32120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DFAC2F5-4E01-57A6-836F-35CD317806B3}"/>
              </a:ext>
            </a:extLst>
          </p:cNvPr>
          <p:cNvSpPr txBox="1"/>
          <p:nvPr/>
        </p:nvSpPr>
        <p:spPr>
          <a:xfrm>
            <a:off x="32120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609151-7979-D31F-676F-C6A50136D8E2}"/>
              </a:ext>
            </a:extLst>
          </p:cNvPr>
          <p:cNvSpPr txBox="1"/>
          <p:nvPr/>
        </p:nvSpPr>
        <p:spPr>
          <a:xfrm>
            <a:off x="3212039" y="47261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</p:spTree>
    <p:extLst>
      <p:ext uri="{BB962C8B-B14F-4D97-AF65-F5344CB8AC3E}">
        <p14:creationId xmlns:p14="http://schemas.microsoft.com/office/powerpoint/2010/main" val="5550689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14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5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540</cp:revision>
  <dcterms:created xsi:type="dcterms:W3CDTF">2025-09-29T10:10:23Z</dcterms:created>
  <dcterms:modified xsi:type="dcterms:W3CDTF">2025-11-10T18:14:39Z</dcterms:modified>
</cp:coreProperties>
</file>