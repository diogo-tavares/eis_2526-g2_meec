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60" r:id="rId6"/>
    <p:sldId id="261" r:id="rId7"/>
    <p:sldId id="263" r:id="rId8"/>
    <p:sldId id="262" r:id="rId9"/>
    <p:sldId id="259" r:id="rId10"/>
    <p:sldId id="266" r:id="rId11"/>
    <p:sldId id="272" r:id="rId12"/>
    <p:sldId id="265" r:id="rId13"/>
    <p:sldId id="267" r:id="rId14"/>
    <p:sldId id="271" r:id="rId15"/>
    <p:sldId id="264" r:id="rId16"/>
    <p:sldId id="268" r:id="rId17"/>
    <p:sldId id="270" r:id="rId18"/>
    <p:sldId id="273" r:id="rId19"/>
    <p:sldId id="274" r:id="rId20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7F1163-5F63-11B6-8390-0D6F219B05EE}" v="789" dt="2025-11-12T23:55:23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ogo da Silva Guedes Tavares" userId="S::up201706336@up.pt::0082672e-caf2-4cb6-be9b-91bd92c527f4" providerId="AD" clId="Web-{C3DFBA2C-0EB0-922D-BA91-67E470F1D73E}"/>
    <pc:docChg chg="addSld delSld modSld">
      <pc:chgData name="Diogo da Silva Guedes Tavares" userId="S::up201706336@up.pt::0082672e-caf2-4cb6-be9b-91bd92c527f4" providerId="AD" clId="Web-{C3DFBA2C-0EB0-922D-BA91-67E470F1D73E}" dt="2025-11-10T11:26:50.781" v="227" actId="20577"/>
      <pc:docMkLst>
        <pc:docMk/>
      </pc:docMkLst>
      <pc:sldChg chg="addSp delSp modSp">
        <pc:chgData name="Diogo da Silva Guedes Tavares" userId="S::up201706336@up.pt::0082672e-caf2-4cb6-be9b-91bd92c527f4" providerId="AD" clId="Web-{C3DFBA2C-0EB0-922D-BA91-67E470F1D73E}" dt="2025-11-10T11:17:12.588" v="128" actId="1076"/>
        <pc:sldMkLst>
          <pc:docMk/>
          <pc:sldMk cId="988977761" sldId="256"/>
        </pc:sldMkLst>
        <pc:spChg chg="add mod">
          <ac:chgData name="Diogo da Silva Guedes Tavares" userId="S::up201706336@up.pt::0082672e-caf2-4cb6-be9b-91bd92c527f4" providerId="AD" clId="Web-{C3DFBA2C-0EB0-922D-BA91-67E470F1D73E}" dt="2025-11-10T11:17:12.588" v="128" actId="1076"/>
          <ac:spMkLst>
            <pc:docMk/>
            <pc:sldMk cId="988977761" sldId="256"/>
            <ac:spMk id="3" creationId="{FA64146C-9BB1-95DF-E23E-2CB6BB23A14B}"/>
          </ac:spMkLst>
        </pc:spChg>
        <pc:spChg chg="mod">
          <ac:chgData name="Diogo da Silva Guedes Tavares" userId="S::up201706336@up.pt::0082672e-caf2-4cb6-be9b-91bd92c527f4" providerId="AD" clId="Web-{C3DFBA2C-0EB0-922D-BA91-67E470F1D73E}" dt="2025-11-10T11:16:17.255" v="74" actId="1076"/>
          <ac:spMkLst>
            <pc:docMk/>
            <pc:sldMk cId="988977761" sldId="256"/>
            <ac:spMk id="4" creationId="{184A4365-DFB4-CBCD-AFB3-804AF67F4E9C}"/>
          </ac:spMkLst>
        </pc:spChg>
        <pc:spChg chg="mod">
          <ac:chgData name="Diogo da Silva Guedes Tavares" userId="S::up201706336@up.pt::0082672e-caf2-4cb6-be9b-91bd92c527f4" providerId="AD" clId="Web-{C3DFBA2C-0EB0-922D-BA91-67E470F1D73E}" dt="2025-11-10T11:11:38.842" v="1" actId="20577"/>
          <ac:spMkLst>
            <pc:docMk/>
            <pc:sldMk cId="988977761" sldId="256"/>
            <ac:spMk id="6" creationId="{73394B3C-6BB1-BF62-3C32-339E30EB303A}"/>
          </ac:spMkLst>
        </pc:spChg>
        <pc:spChg chg="add mod">
          <ac:chgData name="Diogo da Silva Guedes Tavares" userId="S::up201706336@up.pt::0082672e-caf2-4cb6-be9b-91bd92c527f4" providerId="AD" clId="Web-{C3DFBA2C-0EB0-922D-BA91-67E470F1D73E}" dt="2025-11-10T11:16:29.694" v="81" actId="1076"/>
          <ac:spMkLst>
            <pc:docMk/>
            <pc:sldMk cId="988977761" sldId="256"/>
            <ac:spMk id="9" creationId="{F3D9BAAA-A8AD-80D3-8AE5-F58B6D104121}"/>
          </ac:spMkLst>
        </pc:spChg>
        <pc:spChg chg="add mod">
          <ac:chgData name="Diogo da Silva Guedes Tavares" userId="S::up201706336@up.pt::0082672e-caf2-4cb6-be9b-91bd92c527f4" providerId="AD" clId="Web-{C3DFBA2C-0EB0-922D-BA91-67E470F1D73E}" dt="2025-11-10T11:16:17.271" v="77" actId="1076"/>
          <ac:spMkLst>
            <pc:docMk/>
            <pc:sldMk cId="988977761" sldId="256"/>
            <ac:spMk id="10" creationId="{80A7370E-020D-E32F-ABD8-B5D9B546BB93}"/>
          </ac:spMkLst>
        </pc:spChg>
        <pc:spChg chg="add mod">
          <ac:chgData name="Diogo da Silva Guedes Tavares" userId="S::up201706336@up.pt::0082672e-caf2-4cb6-be9b-91bd92c527f4" providerId="AD" clId="Web-{C3DFBA2C-0EB0-922D-BA91-67E470F1D73E}" dt="2025-11-10T11:16:17.287" v="78" actId="1076"/>
          <ac:spMkLst>
            <pc:docMk/>
            <pc:sldMk cId="988977761" sldId="256"/>
            <ac:spMk id="12" creationId="{FC4A8110-0C73-AAB7-0B0B-040CB3FBEE6F}"/>
          </ac:spMkLst>
        </pc:spChg>
        <pc:spChg chg="add mod">
          <ac:chgData name="Diogo da Silva Guedes Tavares" userId="S::up201706336@up.pt::0082672e-caf2-4cb6-be9b-91bd92c527f4" providerId="AD" clId="Web-{C3DFBA2C-0EB0-922D-BA91-67E470F1D73E}" dt="2025-11-10T11:16:17.287" v="79" actId="1076"/>
          <ac:spMkLst>
            <pc:docMk/>
            <pc:sldMk cId="988977761" sldId="256"/>
            <ac:spMk id="13" creationId="{6F7DB29F-F11F-94BD-9337-6616C943700E}"/>
          </ac:spMkLst>
        </pc:spChg>
        <pc:spChg chg="add mod">
          <ac:chgData name="Diogo da Silva Guedes Tavares" userId="S::up201706336@up.pt::0082672e-caf2-4cb6-be9b-91bd92c527f4" providerId="AD" clId="Web-{C3DFBA2C-0EB0-922D-BA91-67E470F1D73E}" dt="2025-11-10T11:17:05.416" v="127" actId="1076"/>
          <ac:spMkLst>
            <pc:docMk/>
            <pc:sldMk cId="988977761" sldId="256"/>
            <ac:spMk id="14" creationId="{B64FBFDB-6E90-F3B8-A843-68D62E930A0C}"/>
          </ac:spMkLst>
        </pc:spChg>
      </pc:sldChg>
      <pc:sldChg chg="addSp modSp">
        <pc:chgData name="Diogo da Silva Guedes Tavares" userId="S::up201706336@up.pt::0082672e-caf2-4cb6-be9b-91bd92c527f4" providerId="AD" clId="Web-{C3DFBA2C-0EB0-922D-BA91-67E470F1D73E}" dt="2025-11-10T11:26:32.280" v="220" actId="20577"/>
        <pc:sldMkLst>
          <pc:docMk/>
          <pc:sldMk cId="338144412" sldId="259"/>
        </pc:sldMkLst>
        <pc:spChg chg="add mod">
          <ac:chgData name="Diogo da Silva Guedes Tavares" userId="S::up201706336@up.pt::0082672e-caf2-4cb6-be9b-91bd92c527f4" providerId="AD" clId="Web-{C3DFBA2C-0EB0-922D-BA91-67E470F1D73E}" dt="2025-11-10T11:23:09.792" v="159" actId="20577"/>
          <ac:spMkLst>
            <pc:docMk/>
            <pc:sldMk cId="338144412" sldId="259"/>
            <ac:spMk id="8" creationId="{D49E4153-365D-4C44-68AC-6FF76D532A8F}"/>
          </ac:spMkLst>
        </pc:spChg>
        <pc:spChg chg="add mod">
          <ac:chgData name="Diogo da Silva Guedes Tavares" userId="S::up201706336@up.pt::0082672e-caf2-4cb6-be9b-91bd92c527f4" providerId="AD" clId="Web-{C3DFBA2C-0EB0-922D-BA91-67E470F1D73E}" dt="2025-11-10T11:26:32.280" v="220" actId="20577"/>
          <ac:spMkLst>
            <pc:docMk/>
            <pc:sldMk cId="338144412" sldId="259"/>
            <ac:spMk id="10" creationId="{1AD02113-FBF5-395A-09D9-D53C96BA8FFB}"/>
          </ac:spMkLst>
        </pc:spChg>
      </pc:sldChg>
      <pc:sldChg chg="addSp modSp">
        <pc:chgData name="Diogo da Silva Guedes Tavares" userId="S::up201706336@up.pt::0082672e-caf2-4cb6-be9b-91bd92c527f4" providerId="AD" clId="Web-{C3DFBA2C-0EB0-922D-BA91-67E470F1D73E}" dt="2025-11-10T11:26:50.781" v="227" actId="20577"/>
        <pc:sldMkLst>
          <pc:docMk/>
          <pc:sldMk cId="698231920" sldId="264"/>
        </pc:sldMkLst>
        <pc:spChg chg="add mod">
          <ac:chgData name="Diogo da Silva Guedes Tavares" userId="S::up201706336@up.pt::0082672e-caf2-4cb6-be9b-91bd92c527f4" providerId="AD" clId="Web-{C3DFBA2C-0EB0-922D-BA91-67E470F1D73E}" dt="2025-11-10T11:25:08.670" v="211" actId="20577"/>
          <ac:spMkLst>
            <pc:docMk/>
            <pc:sldMk cId="698231920" sldId="264"/>
            <ac:spMk id="10" creationId="{DE4691B8-532B-65F5-F652-FFE3CBC8B5BE}"/>
          </ac:spMkLst>
        </pc:spChg>
        <pc:spChg chg="add mod">
          <ac:chgData name="Diogo da Silva Guedes Tavares" userId="S::up201706336@up.pt::0082672e-caf2-4cb6-be9b-91bd92c527f4" providerId="AD" clId="Web-{C3DFBA2C-0EB0-922D-BA91-67E470F1D73E}" dt="2025-11-10T11:26:50.781" v="227" actId="20577"/>
          <ac:spMkLst>
            <pc:docMk/>
            <pc:sldMk cId="698231920" sldId="264"/>
            <ac:spMk id="13" creationId="{E9043933-4A9D-0434-6D34-D9D7791C41AE}"/>
          </ac:spMkLst>
        </pc:spChg>
      </pc:sldChg>
      <pc:sldChg chg="addSp modSp">
        <pc:chgData name="Diogo da Silva Guedes Tavares" userId="S::up201706336@up.pt::0082672e-caf2-4cb6-be9b-91bd92c527f4" providerId="AD" clId="Web-{C3DFBA2C-0EB0-922D-BA91-67E470F1D73E}" dt="2025-11-10T11:26:40.874" v="222" actId="20577"/>
        <pc:sldMkLst>
          <pc:docMk/>
          <pc:sldMk cId="3972524331" sldId="265"/>
        </pc:sldMkLst>
        <pc:spChg chg="add mod">
          <ac:chgData name="Diogo da Silva Guedes Tavares" userId="S::up201706336@up.pt::0082672e-caf2-4cb6-be9b-91bd92c527f4" providerId="AD" clId="Web-{C3DFBA2C-0EB0-922D-BA91-67E470F1D73E}" dt="2025-11-10T11:24:36.138" v="195" actId="20577"/>
          <ac:spMkLst>
            <pc:docMk/>
            <pc:sldMk cId="3972524331" sldId="265"/>
            <ac:spMk id="10" creationId="{98F98801-492E-0C15-4B31-A1A6A2D7A4B8}"/>
          </ac:spMkLst>
        </pc:spChg>
        <pc:spChg chg="add mod">
          <ac:chgData name="Diogo da Silva Guedes Tavares" userId="S::up201706336@up.pt::0082672e-caf2-4cb6-be9b-91bd92c527f4" providerId="AD" clId="Web-{C3DFBA2C-0EB0-922D-BA91-67E470F1D73E}" dt="2025-11-10T11:26:40.874" v="222" actId="20577"/>
          <ac:spMkLst>
            <pc:docMk/>
            <pc:sldMk cId="3972524331" sldId="265"/>
            <ac:spMk id="13" creationId="{67E2C112-A904-FF96-77C6-3F3D35DA4496}"/>
          </ac:spMkLst>
        </pc:spChg>
      </pc:sldChg>
    </pc:docChg>
  </pc:docChgLst>
  <pc:docChgLst>
    <pc:chgData name="Diogo da Silva Guedes Tavares" userId="S::up201706336@up.pt::0082672e-caf2-4cb6-be9b-91bd92c527f4" providerId="AD" clId="Web-{CB21DA63-8453-8F06-287E-A0B6CCE3EFA8}"/>
    <pc:docChg chg="addSld modSld">
      <pc:chgData name="Diogo da Silva Guedes Tavares" userId="S::up201706336@up.pt::0082672e-caf2-4cb6-be9b-91bd92c527f4" providerId="AD" clId="Web-{CB21DA63-8453-8F06-287E-A0B6CCE3EFA8}" dt="2025-11-10T18:14:32.186" v="247" actId="20577"/>
      <pc:docMkLst>
        <pc:docMk/>
      </pc:docMkLst>
      <pc:sldChg chg="addSp modSp">
        <pc:chgData name="Diogo da Silva Guedes Tavares" userId="S::up201706336@up.pt::0082672e-caf2-4cb6-be9b-91bd92c527f4" providerId="AD" clId="Web-{CB21DA63-8453-8F06-287E-A0B6CCE3EFA8}" dt="2025-11-10T18:11:50.456" v="223" actId="20577"/>
        <pc:sldMkLst>
          <pc:docMk/>
          <pc:sldMk cId="988977761" sldId="256"/>
        </pc:sldMkLst>
        <pc:spChg chg="add mod">
          <ac:chgData name="Diogo da Silva Guedes Tavares" userId="S::up201706336@up.pt::0082672e-caf2-4cb6-be9b-91bd92c527f4" providerId="AD" clId="Web-{CB21DA63-8453-8F06-287E-A0B6CCE3EFA8}" dt="2025-11-10T18:11:32.516" v="217" actId="1076"/>
          <ac:spMkLst>
            <pc:docMk/>
            <pc:sldMk cId="988977761" sldId="256"/>
            <ac:spMk id="2" creationId="{0C93DBC0-AB9F-8495-46C1-B97F5F4B4EB8}"/>
          </ac:spMkLst>
        </pc:spChg>
        <pc:spChg chg="mod">
          <ac:chgData name="Diogo da Silva Guedes Tavares" userId="S::up201706336@up.pt::0082672e-caf2-4cb6-be9b-91bd92c527f4" providerId="AD" clId="Web-{CB21DA63-8453-8F06-287E-A0B6CCE3EFA8}" dt="2025-11-10T18:11:26.625" v="215" actId="1076"/>
          <ac:spMkLst>
            <pc:docMk/>
            <pc:sldMk cId="988977761" sldId="256"/>
            <ac:spMk id="3" creationId="{FA64146C-9BB1-95DF-E23E-2CB6BB23A14B}"/>
          </ac:spMkLst>
        </pc:spChg>
        <pc:spChg chg="mod">
          <ac:chgData name="Diogo da Silva Guedes Tavares" userId="S::up201706336@up.pt::0082672e-caf2-4cb6-be9b-91bd92c527f4" providerId="AD" clId="Web-{CB21DA63-8453-8F06-287E-A0B6CCE3EFA8}" dt="2025-11-10T18:11:50.456" v="223" actId="20577"/>
          <ac:spMkLst>
            <pc:docMk/>
            <pc:sldMk cId="988977761" sldId="256"/>
            <ac:spMk id="9" creationId="{F3D9BAAA-A8AD-80D3-8AE5-F58B6D104121}"/>
          </ac:spMkLst>
        </pc:spChg>
        <pc:spChg chg="mod">
          <ac:chgData name="Diogo da Silva Guedes Tavares" userId="S::up201706336@up.pt::0082672e-caf2-4cb6-be9b-91bd92c527f4" providerId="AD" clId="Web-{CB21DA63-8453-8F06-287E-A0B6CCE3EFA8}" dt="2025-11-10T18:11:26.625" v="216" actId="1076"/>
          <ac:spMkLst>
            <pc:docMk/>
            <pc:sldMk cId="988977761" sldId="256"/>
            <ac:spMk id="14" creationId="{B64FBFDB-6E90-F3B8-A843-68D62E930A0C}"/>
          </ac:spMkLst>
        </pc:spChg>
      </pc:sldChg>
      <pc:sldChg chg="modSp">
        <pc:chgData name="Diogo da Silva Guedes Tavares" userId="S::up201706336@up.pt::0082672e-caf2-4cb6-be9b-91bd92c527f4" providerId="AD" clId="Web-{CB21DA63-8453-8F06-287E-A0B6CCE3EFA8}" dt="2025-11-10T18:14:32.186" v="247" actId="20577"/>
        <pc:sldMkLst>
          <pc:docMk/>
          <pc:sldMk cId="1302322499" sldId="257"/>
        </pc:sldMkLst>
        <pc:spChg chg="mod">
          <ac:chgData name="Diogo da Silva Guedes Tavares" userId="S::up201706336@up.pt::0082672e-caf2-4cb6-be9b-91bd92c527f4" providerId="AD" clId="Web-{CB21DA63-8453-8F06-287E-A0B6CCE3EFA8}" dt="2025-11-10T18:14:32.186" v="247" actId="20577"/>
          <ac:spMkLst>
            <pc:docMk/>
            <pc:sldMk cId="1302322499" sldId="257"/>
            <ac:spMk id="8" creationId="{BF014D4A-7E34-D043-D3E3-64D6E75158ED}"/>
          </ac:spMkLst>
        </pc:spChg>
      </pc:sldChg>
      <pc:sldChg chg="modSp">
        <pc:chgData name="Diogo da Silva Guedes Tavares" userId="S::up201706336@up.pt::0082672e-caf2-4cb6-be9b-91bd92c527f4" providerId="AD" clId="Web-{CB21DA63-8453-8F06-287E-A0B6CCE3EFA8}" dt="2025-11-10T18:03:26.028" v="174" actId="1076"/>
        <pc:sldMkLst>
          <pc:docMk/>
          <pc:sldMk cId="3306470695" sldId="260"/>
        </pc:sldMkLst>
        <pc:spChg chg="mod">
          <ac:chgData name="Diogo da Silva Guedes Tavares" userId="S::up201706336@up.pt::0082672e-caf2-4cb6-be9b-91bd92c527f4" providerId="AD" clId="Web-{CB21DA63-8453-8F06-287E-A0B6CCE3EFA8}" dt="2025-11-10T18:03:26.028" v="174" actId="1076"/>
          <ac:spMkLst>
            <pc:docMk/>
            <pc:sldMk cId="3306470695" sldId="260"/>
            <ac:spMk id="14" creationId="{B745E0E4-BA95-DB6E-8188-77328BE35116}"/>
          </ac:spMkLst>
        </pc:spChg>
      </pc:sldChg>
      <pc:sldChg chg="addSp delSp modSp add replId">
        <pc:chgData name="Diogo da Silva Guedes Tavares" userId="S::up201706336@up.pt::0082672e-caf2-4cb6-be9b-91bd92c527f4" providerId="AD" clId="Web-{CB21DA63-8453-8F06-287E-A0B6CCE3EFA8}" dt="2025-11-10T18:02:30.825" v="169" actId="1076"/>
        <pc:sldMkLst>
          <pc:docMk/>
          <pc:sldMk cId="2752986164" sldId="266"/>
        </pc:sldMkLst>
        <pc:spChg chg="mod">
          <ac:chgData name="Diogo da Silva Guedes Tavares" userId="S::up201706336@up.pt::0082672e-caf2-4cb6-be9b-91bd92c527f4" providerId="AD" clId="Web-{CB21DA63-8453-8F06-287E-A0B6CCE3EFA8}" dt="2025-11-10T17:56:18.212" v="1" actId="20577"/>
          <ac:spMkLst>
            <pc:docMk/>
            <pc:sldMk cId="2752986164" sldId="266"/>
            <ac:spMk id="7" creationId="{2F56CF0C-A0E8-6279-5156-90242614FCA2}"/>
          </ac:spMkLst>
        </pc:spChg>
        <pc:spChg chg="mod">
          <ac:chgData name="Diogo da Silva Guedes Tavares" userId="S::up201706336@up.pt::0082672e-caf2-4cb6-be9b-91bd92c527f4" providerId="AD" clId="Web-{CB21DA63-8453-8F06-287E-A0B6CCE3EFA8}" dt="2025-11-10T17:58:27.338" v="66" actId="20577"/>
          <ac:spMkLst>
            <pc:docMk/>
            <pc:sldMk cId="2752986164" sldId="266"/>
            <ac:spMk id="8" creationId="{6480F665-AABD-0E46-5A16-B06077B323C8}"/>
          </ac:spMkLst>
        </pc:spChg>
        <pc:spChg chg="mod">
          <ac:chgData name="Diogo da Silva Guedes Tavares" userId="S::up201706336@up.pt::0082672e-caf2-4cb6-be9b-91bd92c527f4" providerId="AD" clId="Web-{CB21DA63-8453-8F06-287E-A0B6CCE3EFA8}" dt="2025-11-10T18:02:23.325" v="165" actId="1076"/>
          <ac:spMkLst>
            <pc:docMk/>
            <pc:sldMk cId="2752986164" sldId="266"/>
            <ac:spMk id="10" creationId="{652DB59F-054E-2AC1-0808-5BB82728A9DA}"/>
          </ac:spMkLst>
        </pc:spChg>
        <pc:spChg chg="add mod">
          <ac:chgData name="Diogo da Silva Guedes Tavares" userId="S::up201706336@up.pt::0082672e-caf2-4cb6-be9b-91bd92c527f4" providerId="AD" clId="Web-{CB21DA63-8453-8F06-287E-A0B6CCE3EFA8}" dt="2025-11-10T18:02:23.325" v="166" actId="1076"/>
          <ac:spMkLst>
            <pc:docMk/>
            <pc:sldMk cId="2752986164" sldId="266"/>
            <ac:spMk id="12" creationId="{AC10EE0B-7E2F-B8BD-8395-58D79978F6F0}"/>
          </ac:spMkLst>
        </pc:spChg>
        <pc:spChg chg="add mod">
          <ac:chgData name="Diogo da Silva Guedes Tavares" userId="S::up201706336@up.pt::0082672e-caf2-4cb6-be9b-91bd92c527f4" providerId="AD" clId="Web-{CB21DA63-8453-8F06-287E-A0B6CCE3EFA8}" dt="2025-11-10T18:02:30.794" v="167" actId="1076"/>
          <ac:spMkLst>
            <pc:docMk/>
            <pc:sldMk cId="2752986164" sldId="266"/>
            <ac:spMk id="13" creationId="{3531428E-3C53-5063-0FBF-F580C09D882F}"/>
          </ac:spMkLst>
        </pc:spChg>
        <pc:spChg chg="add mod">
          <ac:chgData name="Diogo da Silva Guedes Tavares" userId="S::up201706336@up.pt::0082672e-caf2-4cb6-be9b-91bd92c527f4" providerId="AD" clId="Web-{CB21DA63-8453-8F06-287E-A0B6CCE3EFA8}" dt="2025-11-10T18:02:30.809" v="168" actId="1076"/>
          <ac:spMkLst>
            <pc:docMk/>
            <pc:sldMk cId="2752986164" sldId="266"/>
            <ac:spMk id="14" creationId="{ECD6DABA-FE48-079C-1571-A95D44E0F699}"/>
          </ac:spMkLst>
        </pc:spChg>
        <pc:spChg chg="add mod">
          <ac:chgData name="Diogo da Silva Guedes Tavares" userId="S::up201706336@up.pt::0082672e-caf2-4cb6-be9b-91bd92c527f4" providerId="AD" clId="Web-{CB21DA63-8453-8F06-287E-A0B6CCE3EFA8}" dt="2025-11-10T18:02:30.825" v="169" actId="1076"/>
          <ac:spMkLst>
            <pc:docMk/>
            <pc:sldMk cId="2752986164" sldId="266"/>
            <ac:spMk id="15" creationId="{F543D9BB-A50D-7936-73A2-D80AE0F2EF51}"/>
          </ac:spMkLst>
        </pc:spChg>
      </pc:sldChg>
      <pc:sldChg chg="addSp modSp add replId">
        <pc:chgData name="Diogo da Silva Guedes Tavares" userId="S::up201706336@up.pt::0082672e-caf2-4cb6-be9b-91bd92c527f4" providerId="AD" clId="Web-{CB21DA63-8453-8F06-287E-A0B6CCE3EFA8}" dt="2025-11-10T18:01:22.340" v="133" actId="1076"/>
        <pc:sldMkLst>
          <pc:docMk/>
          <pc:sldMk cId="3460961830" sldId="267"/>
        </pc:sldMkLst>
        <pc:spChg chg="add mod">
          <ac:chgData name="Diogo da Silva Guedes Tavares" userId="S::up201706336@up.pt::0082672e-caf2-4cb6-be9b-91bd92c527f4" providerId="AD" clId="Web-{CB21DA63-8453-8F06-287E-A0B6CCE3EFA8}" dt="2025-11-10T18:01:09.996" v="130" actId="20577"/>
          <ac:spMkLst>
            <pc:docMk/>
            <pc:sldMk cId="3460961830" sldId="267"/>
            <ac:spMk id="3" creationId="{2A682271-7206-F0B6-40F8-335794C27C69}"/>
          </ac:spMkLst>
        </pc:spChg>
        <pc:spChg chg="mod">
          <ac:chgData name="Diogo da Silva Guedes Tavares" userId="S::up201706336@up.pt::0082672e-caf2-4cb6-be9b-91bd92c527f4" providerId="AD" clId="Web-{CB21DA63-8453-8F06-287E-A0B6CCE3EFA8}" dt="2025-11-10T17:59:19.542" v="71" actId="20577"/>
          <ac:spMkLst>
            <pc:docMk/>
            <pc:sldMk cId="3460961830" sldId="267"/>
            <ac:spMk id="7" creationId="{9C07A4AB-2111-9DFF-B957-ADA1FDA3A91A}"/>
          </ac:spMkLst>
        </pc:spChg>
        <pc:spChg chg="mod">
          <ac:chgData name="Diogo da Silva Guedes Tavares" userId="S::up201706336@up.pt::0082672e-caf2-4cb6-be9b-91bd92c527f4" providerId="AD" clId="Web-{CB21DA63-8453-8F06-287E-A0B6CCE3EFA8}" dt="2025-11-10T18:00:49.715" v="121" actId="1076"/>
          <ac:spMkLst>
            <pc:docMk/>
            <pc:sldMk cId="3460961830" sldId="267"/>
            <ac:spMk id="8" creationId="{FB08E709-3E9F-B403-A269-E80BB671AD51}"/>
          </ac:spMkLst>
        </pc:spChg>
        <pc:spChg chg="add mod">
          <ac:chgData name="Diogo da Silva Guedes Tavares" userId="S::up201706336@up.pt::0082672e-caf2-4cb6-be9b-91bd92c527f4" providerId="AD" clId="Web-{CB21DA63-8453-8F06-287E-A0B6CCE3EFA8}" dt="2025-11-10T18:01:14.496" v="131" actId="20577"/>
          <ac:spMkLst>
            <pc:docMk/>
            <pc:sldMk cId="3460961830" sldId="267"/>
            <ac:spMk id="9" creationId="{E065A6F5-0C58-54A2-1B57-4A37805B4E24}"/>
          </ac:spMkLst>
        </pc:spChg>
        <pc:spChg chg="mod">
          <ac:chgData name="Diogo da Silva Guedes Tavares" userId="S::up201706336@up.pt::0082672e-caf2-4cb6-be9b-91bd92c527f4" providerId="AD" clId="Web-{CB21DA63-8453-8F06-287E-A0B6CCE3EFA8}" dt="2025-11-10T18:01:22.324" v="132" actId="1076"/>
          <ac:spMkLst>
            <pc:docMk/>
            <pc:sldMk cId="3460961830" sldId="267"/>
            <ac:spMk id="10" creationId="{B171FEEB-6287-4974-D68C-17AC3ED2831B}"/>
          </ac:spMkLst>
        </pc:spChg>
        <pc:spChg chg="mod">
          <ac:chgData name="Diogo da Silva Guedes Tavares" userId="S::up201706336@up.pt::0082672e-caf2-4cb6-be9b-91bd92c527f4" providerId="AD" clId="Web-{CB21DA63-8453-8F06-287E-A0B6CCE3EFA8}" dt="2025-11-10T18:01:22.340" v="133" actId="1076"/>
          <ac:spMkLst>
            <pc:docMk/>
            <pc:sldMk cId="3460961830" sldId="267"/>
            <ac:spMk id="12" creationId="{62B3132C-B9CD-5DA2-A32E-44DC92ED45AC}"/>
          </ac:spMkLst>
        </pc:spChg>
        <pc:spChg chg="mod">
          <ac:chgData name="Diogo da Silva Guedes Tavares" userId="S::up201706336@up.pt::0082672e-caf2-4cb6-be9b-91bd92c527f4" providerId="AD" clId="Web-{CB21DA63-8453-8F06-287E-A0B6CCE3EFA8}" dt="2025-11-10T18:00:49.746" v="122" actId="1076"/>
          <ac:spMkLst>
            <pc:docMk/>
            <pc:sldMk cId="3460961830" sldId="267"/>
            <ac:spMk id="13" creationId="{96B49A43-03A4-8927-AE78-066FCCC1C331}"/>
          </ac:spMkLst>
        </pc:spChg>
        <pc:spChg chg="mod">
          <ac:chgData name="Diogo da Silva Guedes Tavares" userId="S::up201706336@up.pt::0082672e-caf2-4cb6-be9b-91bd92c527f4" providerId="AD" clId="Web-{CB21DA63-8453-8F06-287E-A0B6CCE3EFA8}" dt="2025-11-10T18:00:49.746" v="123" actId="1076"/>
          <ac:spMkLst>
            <pc:docMk/>
            <pc:sldMk cId="3460961830" sldId="267"/>
            <ac:spMk id="14" creationId="{A476DD4A-5333-230D-FCFB-D8AC6F914587}"/>
          </ac:spMkLst>
        </pc:spChg>
        <pc:spChg chg="mod">
          <ac:chgData name="Diogo da Silva Guedes Tavares" userId="S::up201706336@up.pt::0082672e-caf2-4cb6-be9b-91bd92c527f4" providerId="AD" clId="Web-{CB21DA63-8453-8F06-287E-A0B6CCE3EFA8}" dt="2025-11-10T18:01:05.059" v="129" actId="20577"/>
          <ac:spMkLst>
            <pc:docMk/>
            <pc:sldMk cId="3460961830" sldId="267"/>
            <ac:spMk id="15" creationId="{C47813B5-C0B0-EB4D-7372-FECD5A2EC46F}"/>
          </ac:spMkLst>
        </pc:spChg>
      </pc:sldChg>
      <pc:sldChg chg="addSp modSp add replId">
        <pc:chgData name="Diogo da Silva Guedes Tavares" userId="S::up201706336@up.pt::0082672e-caf2-4cb6-be9b-91bd92c527f4" providerId="AD" clId="Web-{CB21DA63-8453-8F06-287E-A0B6CCE3EFA8}" dt="2025-11-10T18:02:18.262" v="164" actId="1076"/>
        <pc:sldMkLst>
          <pc:docMk/>
          <pc:sldMk cId="555068930" sldId="268"/>
        </pc:sldMkLst>
        <pc:spChg chg="add mod">
          <ac:chgData name="Diogo da Silva Guedes Tavares" userId="S::up201706336@up.pt::0082672e-caf2-4cb6-be9b-91bd92c527f4" providerId="AD" clId="Web-{CB21DA63-8453-8F06-287E-A0B6CCE3EFA8}" dt="2025-11-10T18:02:12.981" v="162" actId="1076"/>
          <ac:spMkLst>
            <pc:docMk/>
            <pc:sldMk cId="555068930" sldId="268"/>
            <ac:spMk id="3" creationId="{D4609151-7979-D31F-676F-C6A50136D8E2}"/>
          </ac:spMkLst>
        </pc:spChg>
        <pc:spChg chg="mod">
          <ac:chgData name="Diogo da Silva Guedes Tavares" userId="S::up201706336@up.pt::0082672e-caf2-4cb6-be9b-91bd92c527f4" providerId="AD" clId="Web-{CB21DA63-8453-8F06-287E-A0B6CCE3EFA8}" dt="2025-11-10T18:01:29.465" v="134" actId="20577"/>
          <ac:spMkLst>
            <pc:docMk/>
            <pc:sldMk cId="555068930" sldId="268"/>
            <ac:spMk id="7" creationId="{8B4AA27F-D657-82DA-6BBA-D8922C25C336}"/>
          </ac:spMkLst>
        </pc:spChg>
        <pc:spChg chg="mod">
          <ac:chgData name="Diogo da Silva Guedes Tavares" userId="S::up201706336@up.pt::0082672e-caf2-4cb6-be9b-91bd92c527f4" providerId="AD" clId="Web-{CB21DA63-8453-8F06-287E-A0B6CCE3EFA8}" dt="2025-11-10T18:02:00.465" v="156" actId="20577"/>
          <ac:spMkLst>
            <pc:docMk/>
            <pc:sldMk cId="555068930" sldId="268"/>
            <ac:spMk id="8" creationId="{8F516916-69F2-F0B4-266E-C514D04F42FD}"/>
          </ac:spMkLst>
        </pc:spChg>
        <pc:spChg chg="mod">
          <ac:chgData name="Diogo da Silva Guedes Tavares" userId="S::up201706336@up.pt::0082672e-caf2-4cb6-be9b-91bd92c527f4" providerId="AD" clId="Web-{CB21DA63-8453-8F06-287E-A0B6CCE3EFA8}" dt="2025-11-10T18:02:18.247" v="163" actId="1076"/>
          <ac:spMkLst>
            <pc:docMk/>
            <pc:sldMk cId="555068930" sldId="268"/>
            <ac:spMk id="10" creationId="{B4FAA61D-B238-1E38-D640-822EB493377D}"/>
          </ac:spMkLst>
        </pc:spChg>
        <pc:spChg chg="mod">
          <ac:chgData name="Diogo da Silva Guedes Tavares" userId="S::up201706336@up.pt::0082672e-caf2-4cb6-be9b-91bd92c527f4" providerId="AD" clId="Web-{CB21DA63-8453-8F06-287E-A0B6CCE3EFA8}" dt="2025-11-10T18:02:18.262" v="164" actId="1076"/>
          <ac:spMkLst>
            <pc:docMk/>
            <pc:sldMk cId="555068930" sldId="268"/>
            <ac:spMk id="12" creationId="{249B77B2-51BC-A9CD-68D1-C4381F43A565}"/>
          </ac:spMkLst>
        </pc:spChg>
        <pc:spChg chg="mod">
          <ac:chgData name="Diogo da Silva Guedes Tavares" userId="S::up201706336@up.pt::0082672e-caf2-4cb6-be9b-91bd92c527f4" providerId="AD" clId="Web-{CB21DA63-8453-8F06-287E-A0B6CCE3EFA8}" dt="2025-11-10T18:02:12.918" v="159" actId="1076"/>
          <ac:spMkLst>
            <pc:docMk/>
            <pc:sldMk cId="555068930" sldId="268"/>
            <ac:spMk id="13" creationId="{5A1182E8-7F6E-A8B2-7B19-8AA7C15CC637}"/>
          </ac:spMkLst>
        </pc:spChg>
        <pc:spChg chg="mod">
          <ac:chgData name="Diogo da Silva Guedes Tavares" userId="S::up201706336@up.pt::0082672e-caf2-4cb6-be9b-91bd92c527f4" providerId="AD" clId="Web-{CB21DA63-8453-8F06-287E-A0B6CCE3EFA8}" dt="2025-11-10T18:02:12.934" v="160" actId="1076"/>
          <ac:spMkLst>
            <pc:docMk/>
            <pc:sldMk cId="555068930" sldId="268"/>
            <ac:spMk id="14" creationId="{FDB1AAD5-ED4C-5A22-6C64-47A2942E0114}"/>
          </ac:spMkLst>
        </pc:spChg>
        <pc:spChg chg="mod">
          <ac:chgData name="Diogo da Silva Guedes Tavares" userId="S::up201706336@up.pt::0082672e-caf2-4cb6-be9b-91bd92c527f4" providerId="AD" clId="Web-{CB21DA63-8453-8F06-287E-A0B6CCE3EFA8}" dt="2025-11-10T18:02:12.950" v="161" actId="1076"/>
          <ac:spMkLst>
            <pc:docMk/>
            <pc:sldMk cId="555068930" sldId="268"/>
            <ac:spMk id="15" creationId="{ADFAC2F5-4E01-57A6-836F-35CD317806B3}"/>
          </ac:spMkLst>
        </pc:spChg>
      </pc:sldChg>
      <pc:sldChg chg="addSp delSp modSp add replId">
        <pc:chgData name="Diogo da Silva Guedes Tavares" userId="S::up201706336@up.pt::0082672e-caf2-4cb6-be9b-91bd92c527f4" providerId="AD" clId="Web-{CB21DA63-8453-8F06-287E-A0B6CCE3EFA8}" dt="2025-11-10T18:11:57.159" v="224" actId="20577"/>
        <pc:sldMkLst>
          <pc:docMk/>
          <pc:sldMk cId="1373032526" sldId="269"/>
        </pc:sldMkLst>
        <pc:spChg chg="add mod">
          <ac:chgData name="Diogo da Silva Guedes Tavares" userId="S::up201706336@up.pt::0082672e-caf2-4cb6-be9b-91bd92c527f4" providerId="AD" clId="Web-{CB21DA63-8453-8F06-287E-A0B6CCE3EFA8}" dt="2025-11-10T18:10:04.256" v="194" actId="1076"/>
          <ac:spMkLst>
            <pc:docMk/>
            <pc:sldMk cId="1373032526" sldId="269"/>
            <ac:spMk id="2" creationId="{FE8F369E-0DCC-69F7-F1FB-538F35A14A0F}"/>
          </ac:spMkLst>
        </pc:spChg>
        <pc:spChg chg="mod">
          <ac:chgData name="Diogo da Silva Guedes Tavares" userId="S::up201706336@up.pt::0082672e-caf2-4cb6-be9b-91bd92c527f4" providerId="AD" clId="Web-{CB21DA63-8453-8F06-287E-A0B6CCE3EFA8}" dt="2025-11-10T18:06:22.717" v="191" actId="14100"/>
          <ac:spMkLst>
            <pc:docMk/>
            <pc:sldMk cId="1373032526" sldId="269"/>
            <ac:spMk id="3" creationId="{2DA1AD49-20D1-4512-9FCC-8849BD5E2166}"/>
          </ac:spMkLst>
        </pc:spChg>
        <pc:spChg chg="mod">
          <ac:chgData name="Diogo da Silva Guedes Tavares" userId="S::up201706336@up.pt::0082672e-caf2-4cb6-be9b-91bd92c527f4" providerId="AD" clId="Web-{CB21DA63-8453-8F06-287E-A0B6CCE3EFA8}" dt="2025-11-10T18:11:57.159" v="224" actId="20577"/>
          <ac:spMkLst>
            <pc:docMk/>
            <pc:sldMk cId="1373032526" sldId="269"/>
            <ac:spMk id="9" creationId="{A0798714-1B37-2022-1CB3-E0F2C6961008}"/>
          </ac:spMkLst>
        </pc:spChg>
        <pc:spChg chg="mod">
          <ac:chgData name="Diogo da Silva Guedes Tavares" userId="S::up201706336@up.pt::0082672e-caf2-4cb6-be9b-91bd92c527f4" providerId="AD" clId="Web-{CB21DA63-8453-8F06-287E-A0B6CCE3EFA8}" dt="2025-11-10T18:09:56.770" v="192" actId="1076"/>
          <ac:spMkLst>
            <pc:docMk/>
            <pc:sldMk cId="1373032526" sldId="269"/>
            <ac:spMk id="10" creationId="{1950D19B-7161-F155-D929-908DB82F3B1C}"/>
          </ac:spMkLst>
        </pc:spChg>
      </pc:sldChg>
    </pc:docChg>
  </pc:docChgLst>
  <pc:docChgLst>
    <pc:chgData name="Diogo da Silva Guedes Tavares" userId="S::up201706336@up.pt::0082672e-caf2-4cb6-be9b-91bd92c527f4" providerId="AD" clId="Web-{6C7F1163-5F63-11B6-8390-0D6F219B05EE}"/>
    <pc:docChg chg="addSld modSld sldOrd">
      <pc:chgData name="Diogo da Silva Guedes Tavares" userId="S::up201706336@up.pt::0082672e-caf2-4cb6-be9b-91bd92c527f4" providerId="AD" clId="Web-{6C7F1163-5F63-11B6-8390-0D6F219B05EE}" dt="2025-11-12T23:55:21.852" v="438" actId="20577"/>
      <pc:docMkLst>
        <pc:docMk/>
      </pc:docMkLst>
      <pc:sldChg chg="ord">
        <pc:chgData name="Diogo da Silva Guedes Tavares" userId="S::up201706336@up.pt::0082672e-caf2-4cb6-be9b-91bd92c527f4" providerId="AD" clId="Web-{6C7F1163-5F63-11B6-8390-0D6F219B05EE}" dt="2025-11-12T15:29:53.026" v="0"/>
        <pc:sldMkLst>
          <pc:docMk/>
          <pc:sldMk cId="2010659919" sldId="258"/>
        </pc:sldMkLst>
      </pc:sldChg>
      <pc:sldChg chg="addSp delSp modSp">
        <pc:chgData name="Diogo da Silva Guedes Tavares" userId="S::up201706336@up.pt::0082672e-caf2-4cb6-be9b-91bd92c527f4" providerId="AD" clId="Web-{6C7F1163-5F63-11B6-8390-0D6F219B05EE}" dt="2025-11-12T23:44:27.325" v="262" actId="20577"/>
        <pc:sldMkLst>
          <pc:docMk/>
          <pc:sldMk cId="338144412" sldId="259"/>
        </pc:sldMkLst>
        <pc:spChg chg="del">
          <ac:chgData name="Diogo da Silva Guedes Tavares" userId="S::up201706336@up.pt::0082672e-caf2-4cb6-be9b-91bd92c527f4" providerId="AD" clId="Web-{6C7F1163-5F63-11B6-8390-0D6F219B05EE}" dt="2025-11-12T23:34:03.040" v="61"/>
          <ac:spMkLst>
            <pc:docMk/>
            <pc:sldMk cId="338144412" sldId="259"/>
            <ac:spMk id="3" creationId="{EB71AA07-48C4-ED83-3162-51C1CB549EEC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39:03.829" v="131" actId="20577"/>
          <ac:spMkLst>
            <pc:docMk/>
            <pc:sldMk cId="338144412" sldId="259"/>
            <ac:spMk id="8" creationId="{D49E4153-365D-4C44-68AC-6FF76D532A8F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34:01.602" v="59" actId="1076"/>
          <ac:spMkLst>
            <pc:docMk/>
            <pc:sldMk cId="338144412" sldId="259"/>
            <ac:spMk id="9" creationId="{155A9143-EF1E-EE6A-CC86-F0755F55F11F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4:27.325" v="262" actId="20577"/>
          <ac:spMkLst>
            <pc:docMk/>
            <pc:sldMk cId="338144412" sldId="259"/>
            <ac:spMk id="10" creationId="{1AD02113-FBF5-395A-09D9-D53C96BA8FFB}"/>
          </ac:spMkLst>
        </pc:spChg>
        <pc:spChg chg="add mod">
          <ac:chgData name="Diogo da Silva Guedes Tavares" userId="S::up201706336@up.pt::0082672e-caf2-4cb6-be9b-91bd92c527f4" providerId="AD" clId="Web-{6C7F1163-5F63-11B6-8390-0D6F219B05EE}" dt="2025-11-12T23:44:22.167" v="260" actId="1076"/>
          <ac:spMkLst>
            <pc:docMk/>
            <pc:sldMk cId="338144412" sldId="259"/>
            <ac:spMk id="12" creationId="{1F3639DF-690A-CFD0-5752-940C08C93F58}"/>
          </ac:spMkLst>
        </pc:spChg>
      </pc:sldChg>
      <pc:sldChg chg="addSp modSp">
        <pc:chgData name="Diogo da Silva Guedes Tavares" userId="S::up201706336@up.pt::0082672e-caf2-4cb6-be9b-91bd92c527f4" providerId="AD" clId="Web-{6C7F1163-5F63-11B6-8390-0D6F219B05EE}" dt="2025-11-12T18:06:02.264" v="30" actId="20577"/>
        <pc:sldMkLst>
          <pc:docMk/>
          <pc:sldMk cId="2332653092" sldId="263"/>
        </pc:sldMkLst>
        <pc:spChg chg="add mod">
          <ac:chgData name="Diogo da Silva Guedes Tavares" userId="S::up201706336@up.pt::0082672e-caf2-4cb6-be9b-91bd92c527f4" providerId="AD" clId="Web-{6C7F1163-5F63-11B6-8390-0D6F219B05EE}" dt="2025-11-12T18:05:36.731" v="16" actId="20577"/>
          <ac:spMkLst>
            <pc:docMk/>
            <pc:sldMk cId="2332653092" sldId="263"/>
            <ac:spMk id="3" creationId="{7C7132DD-F921-A6C1-7A8B-4A578598DC32}"/>
          </ac:spMkLst>
        </pc:spChg>
        <pc:spChg chg="add mod">
          <ac:chgData name="Diogo da Silva Guedes Tavares" userId="S::up201706336@up.pt::0082672e-caf2-4cb6-be9b-91bd92c527f4" providerId="AD" clId="Web-{6C7F1163-5F63-11B6-8390-0D6F219B05EE}" dt="2025-11-12T18:05:54.451" v="22" actId="20577"/>
          <ac:spMkLst>
            <pc:docMk/>
            <pc:sldMk cId="2332653092" sldId="263"/>
            <ac:spMk id="8" creationId="{13890C7E-5E0F-A3C1-6D27-899955C86E56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18:05:30.231" v="13" actId="20577"/>
          <ac:spMkLst>
            <pc:docMk/>
            <pc:sldMk cId="2332653092" sldId="263"/>
            <ac:spMk id="10" creationId="{AA46A4DE-2D45-A258-489B-BB42C0ACED7C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18:06:02.264" v="30" actId="20577"/>
          <ac:spMkLst>
            <pc:docMk/>
            <pc:sldMk cId="2332653092" sldId="263"/>
            <ac:spMk id="16" creationId="{014011CE-A87A-F3EB-B2DD-A9445131FEFE}"/>
          </ac:spMkLst>
        </pc:spChg>
      </pc:sldChg>
      <pc:sldChg chg="addSp delSp modSp">
        <pc:chgData name="Diogo da Silva Guedes Tavares" userId="S::up201706336@up.pt::0082672e-caf2-4cb6-be9b-91bd92c527f4" providerId="AD" clId="Web-{6C7F1163-5F63-11B6-8390-0D6F219B05EE}" dt="2025-11-12T23:45:22.132" v="281" actId="20577"/>
        <pc:sldMkLst>
          <pc:docMk/>
          <pc:sldMk cId="698231920" sldId="264"/>
        </pc:sldMkLst>
        <pc:spChg chg="del">
          <ac:chgData name="Diogo da Silva Guedes Tavares" userId="S::up201706336@up.pt::0082672e-caf2-4cb6-be9b-91bd92c527f4" providerId="AD" clId="Web-{6C7F1163-5F63-11B6-8390-0D6F219B05EE}" dt="2025-11-12T23:45:03.394" v="270"/>
          <ac:spMkLst>
            <pc:docMk/>
            <pc:sldMk cId="698231920" sldId="264"/>
            <ac:spMk id="3" creationId="{793BBDF8-EEC0-78A6-A7C3-9646EBCFA702}"/>
          </ac:spMkLst>
        </pc:spChg>
        <pc:spChg chg="del">
          <ac:chgData name="Diogo da Silva Guedes Tavares" userId="S::up201706336@up.pt::0082672e-caf2-4cb6-be9b-91bd92c527f4" providerId="AD" clId="Web-{6C7F1163-5F63-11B6-8390-0D6F219B05EE}" dt="2025-11-12T23:45:03.394" v="269"/>
          <ac:spMkLst>
            <pc:docMk/>
            <pc:sldMk cId="698231920" sldId="264"/>
            <ac:spMk id="9" creationId="{8C192407-D2F6-DBF4-6A72-656460B3272E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5:22.132" v="281" actId="20577"/>
          <ac:spMkLst>
            <pc:docMk/>
            <pc:sldMk cId="698231920" sldId="264"/>
            <ac:spMk id="10" creationId="{DE4691B8-532B-65F5-F652-FFE3CBC8B5BE}"/>
          </ac:spMkLst>
        </pc:spChg>
        <pc:spChg chg="add del">
          <ac:chgData name="Diogo da Silva Guedes Tavares" userId="S::up201706336@up.pt::0082672e-caf2-4cb6-be9b-91bd92c527f4" providerId="AD" clId="Web-{6C7F1163-5F63-11B6-8390-0D6F219B05EE}" dt="2025-11-12T23:44:47.266" v="264"/>
          <ac:spMkLst>
            <pc:docMk/>
            <pc:sldMk cId="698231920" sldId="264"/>
            <ac:spMk id="12" creationId="{34A6D1C8-5C08-F0B6-7BF5-4FE4C8408B0B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5:01.738" v="268" actId="20577"/>
          <ac:spMkLst>
            <pc:docMk/>
            <pc:sldMk cId="698231920" sldId="264"/>
            <ac:spMk id="13" creationId="{E9043933-4A9D-0434-6D34-D9D7791C41AE}"/>
          </ac:spMkLst>
        </pc:spChg>
        <pc:spChg chg="add mod">
          <ac:chgData name="Diogo da Silva Guedes Tavares" userId="S::up201706336@up.pt::0082672e-caf2-4cb6-be9b-91bd92c527f4" providerId="AD" clId="Web-{6C7F1163-5F63-11B6-8390-0D6F219B05EE}" dt="2025-11-12T23:44:56.049" v="266" actId="1076"/>
          <ac:spMkLst>
            <pc:docMk/>
            <pc:sldMk cId="698231920" sldId="264"/>
            <ac:spMk id="14" creationId="{C1D7B2C9-B828-E4B5-62D7-4D4421DBE7EF}"/>
          </ac:spMkLst>
        </pc:spChg>
      </pc:sldChg>
      <pc:sldChg chg="addSp delSp modSp">
        <pc:chgData name="Diogo da Silva Guedes Tavares" userId="S::up201706336@up.pt::0082672e-caf2-4cb6-be9b-91bd92c527f4" providerId="AD" clId="Web-{6C7F1163-5F63-11B6-8390-0D6F219B05EE}" dt="2025-11-12T23:43:49.003" v="257" actId="1076"/>
        <pc:sldMkLst>
          <pc:docMk/>
          <pc:sldMk cId="3972524331" sldId="265"/>
        </pc:sldMkLst>
        <pc:spChg chg="del">
          <ac:chgData name="Diogo da Silva Guedes Tavares" userId="S::up201706336@up.pt::0082672e-caf2-4cb6-be9b-91bd92c527f4" providerId="AD" clId="Web-{6C7F1163-5F63-11B6-8390-0D6F219B05EE}" dt="2025-11-12T23:32:56.944" v="51"/>
          <ac:spMkLst>
            <pc:docMk/>
            <pc:sldMk cId="3972524331" sldId="265"/>
            <ac:spMk id="3" creationId="{C14AFFFA-E3DE-363F-2BA5-1167672383E6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3:45.049" v="253" actId="1076"/>
          <ac:spMkLst>
            <pc:docMk/>
            <pc:sldMk cId="3972524331" sldId="265"/>
            <ac:spMk id="7" creationId="{A35E0BEF-597F-F611-EA84-8AC2EACE22E7}"/>
          </ac:spMkLst>
        </pc:spChg>
        <pc:spChg chg="add mod">
          <ac:chgData name="Diogo da Silva Guedes Tavares" userId="S::up201706336@up.pt::0082672e-caf2-4cb6-be9b-91bd92c527f4" providerId="AD" clId="Web-{6C7F1163-5F63-11B6-8390-0D6F219B05EE}" dt="2025-11-12T23:34:49.588" v="65" actId="1076"/>
          <ac:spMkLst>
            <pc:docMk/>
            <pc:sldMk cId="3972524331" sldId="265"/>
            <ac:spMk id="8" creationId="{731BCE33-4966-BAD5-024D-D8F0066193EC}"/>
          </ac:spMkLst>
        </pc:spChg>
        <pc:spChg chg="del">
          <ac:chgData name="Diogo da Silva Guedes Tavares" userId="S::up201706336@up.pt::0082672e-caf2-4cb6-be9b-91bd92c527f4" providerId="AD" clId="Web-{6C7F1163-5F63-11B6-8390-0D6F219B05EE}" dt="2025-11-12T23:32:55.616" v="50"/>
          <ac:spMkLst>
            <pc:docMk/>
            <pc:sldMk cId="3972524331" sldId="265"/>
            <ac:spMk id="9" creationId="{27D3A1EA-72F1-0921-7321-9B286C2457EF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3:49.003" v="257" actId="1076"/>
          <ac:spMkLst>
            <pc:docMk/>
            <pc:sldMk cId="3972524331" sldId="265"/>
            <ac:spMk id="10" creationId="{98F98801-492E-0C15-4B31-A1A6A2D7A4B8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34:55.885" v="66" actId="20577"/>
          <ac:spMkLst>
            <pc:docMk/>
            <pc:sldMk cId="3972524331" sldId="265"/>
            <ac:spMk id="13" creationId="{67E2C112-A904-FF96-77C6-3F3D35DA4496}"/>
          </ac:spMkLst>
        </pc:spChg>
        <pc:spChg chg="add del mod">
          <ac:chgData name="Diogo da Silva Guedes Tavares" userId="S::up201706336@up.pt::0082672e-caf2-4cb6-be9b-91bd92c527f4" providerId="AD" clId="Web-{6C7F1163-5F63-11B6-8390-0D6F219B05EE}" dt="2025-11-12T23:41:46.550" v="194"/>
          <ac:spMkLst>
            <pc:docMk/>
            <pc:sldMk cId="3972524331" sldId="265"/>
            <ac:spMk id="14" creationId="{58C5AFF7-5FA6-771A-B0EC-493244E5DFEB}"/>
          </ac:spMkLst>
        </pc:spChg>
      </pc:sldChg>
      <pc:sldChg chg="addSp modSp">
        <pc:chgData name="Diogo da Silva Guedes Tavares" userId="S::up201706336@up.pt::0082672e-caf2-4cb6-be9b-91bd92c527f4" providerId="AD" clId="Web-{6C7F1163-5F63-11B6-8390-0D6F219B05EE}" dt="2025-11-12T23:39:42.986" v="155" actId="20577"/>
        <pc:sldMkLst>
          <pc:docMk/>
          <pc:sldMk cId="2752986164" sldId="266"/>
        </pc:sldMkLst>
        <pc:spChg chg="add mod">
          <ac:chgData name="Diogo da Silva Guedes Tavares" userId="S::up201706336@up.pt::0082672e-caf2-4cb6-be9b-91bd92c527f4" providerId="AD" clId="Web-{6C7F1163-5F63-11B6-8390-0D6F219B05EE}" dt="2025-11-12T23:39:42.986" v="155" actId="20577"/>
          <ac:spMkLst>
            <pc:docMk/>
            <pc:sldMk cId="2752986164" sldId="266"/>
            <ac:spMk id="3" creationId="{51E07E3D-C609-D36A-5E7C-C208561B149C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32:23.068" v="49" actId="20577"/>
          <ac:spMkLst>
            <pc:docMk/>
            <pc:sldMk cId="2752986164" sldId="266"/>
            <ac:spMk id="7" creationId="{2F56CF0C-A0E8-6279-5156-90242614FCA2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39:25.845" v="143" actId="20577"/>
          <ac:spMkLst>
            <pc:docMk/>
            <pc:sldMk cId="2752986164" sldId="266"/>
            <ac:spMk id="8" creationId="{6480F665-AABD-0E46-5A16-B06077B323C8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39:33.876" v="146" actId="20577"/>
          <ac:spMkLst>
            <pc:docMk/>
            <pc:sldMk cId="2752986164" sldId="266"/>
            <ac:spMk id="13" creationId="{3531428E-3C53-5063-0FBF-F580C09D882F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39:36.860" v="147" actId="20577"/>
          <ac:spMkLst>
            <pc:docMk/>
            <pc:sldMk cId="2752986164" sldId="266"/>
            <ac:spMk id="14" creationId="{ECD6DABA-FE48-079C-1571-A95D44E0F699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39:37.657" v="148" actId="20577"/>
          <ac:spMkLst>
            <pc:docMk/>
            <pc:sldMk cId="2752986164" sldId="266"/>
            <ac:spMk id="15" creationId="{F543D9BB-A50D-7936-73A2-D80AE0F2EF51}"/>
          </ac:spMkLst>
        </pc:spChg>
      </pc:sldChg>
      <pc:sldChg chg="addSp modSp">
        <pc:chgData name="Diogo da Silva Guedes Tavares" userId="S::up201706336@up.pt::0082672e-caf2-4cb6-be9b-91bd92c527f4" providerId="AD" clId="Web-{6C7F1163-5F63-11B6-8390-0D6F219B05EE}" dt="2025-11-12T23:43:57.083" v="258" actId="1076"/>
        <pc:sldMkLst>
          <pc:docMk/>
          <pc:sldMk cId="3460961830" sldId="267"/>
        </pc:sldMkLst>
        <pc:spChg chg="mod">
          <ac:chgData name="Diogo da Silva Guedes Tavares" userId="S::up201706336@up.pt::0082672e-caf2-4cb6-be9b-91bd92c527f4" providerId="AD" clId="Web-{6C7F1163-5F63-11B6-8390-0D6F219B05EE}" dt="2025-11-12T23:40:58.784" v="168" actId="1076"/>
          <ac:spMkLst>
            <pc:docMk/>
            <pc:sldMk cId="3460961830" sldId="267"/>
            <ac:spMk id="3" creationId="{2A682271-7206-F0B6-40F8-335794C27C69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3:57.083" v="258" actId="1076"/>
          <ac:spMkLst>
            <pc:docMk/>
            <pc:sldMk cId="3460961830" sldId="267"/>
            <ac:spMk id="7" creationId="{9C07A4AB-2111-9DFF-B957-ADA1FDA3A91A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1:05.909" v="179" actId="20577"/>
          <ac:spMkLst>
            <pc:docMk/>
            <pc:sldMk cId="3460961830" sldId="267"/>
            <ac:spMk id="8" creationId="{FB08E709-3E9F-B403-A269-E80BB671AD51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0:58.799" v="169" actId="1076"/>
          <ac:spMkLst>
            <pc:docMk/>
            <pc:sldMk cId="3460961830" sldId="267"/>
            <ac:spMk id="9" creationId="{E065A6F5-0C58-54A2-1B57-4A37805B4E24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38:15.937" v="100" actId="1076"/>
          <ac:spMkLst>
            <pc:docMk/>
            <pc:sldMk cId="3460961830" sldId="267"/>
            <ac:spMk id="10" creationId="{B171FEEB-6287-4974-D68C-17AC3ED2831B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38:15.953" v="101" actId="1076"/>
          <ac:spMkLst>
            <pc:docMk/>
            <pc:sldMk cId="3460961830" sldId="267"/>
            <ac:spMk id="12" creationId="{62B3132C-B9CD-5DA2-A32E-44DC92ED45AC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0:58.737" v="165" actId="1076"/>
          <ac:spMkLst>
            <pc:docMk/>
            <pc:sldMk cId="3460961830" sldId="267"/>
            <ac:spMk id="13" creationId="{96B49A43-03A4-8927-AE78-066FCCC1C331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0:58.752" v="166" actId="1076"/>
          <ac:spMkLst>
            <pc:docMk/>
            <pc:sldMk cId="3460961830" sldId="267"/>
            <ac:spMk id="14" creationId="{A476DD4A-5333-230D-FCFB-D8AC6F914587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0:58.768" v="167" actId="1076"/>
          <ac:spMkLst>
            <pc:docMk/>
            <pc:sldMk cId="3460961830" sldId="267"/>
            <ac:spMk id="15" creationId="{C47813B5-C0B0-EB4D-7372-FECD5A2EC46F}"/>
          </ac:spMkLst>
        </pc:spChg>
        <pc:spChg chg="add mod">
          <ac:chgData name="Diogo da Silva Guedes Tavares" userId="S::up201706336@up.pt::0082672e-caf2-4cb6-be9b-91bd92c527f4" providerId="AD" clId="Web-{6C7F1163-5F63-11B6-8390-0D6F219B05EE}" dt="2025-11-12T23:40:58.815" v="170" actId="1076"/>
          <ac:spMkLst>
            <pc:docMk/>
            <pc:sldMk cId="3460961830" sldId="267"/>
            <ac:spMk id="16" creationId="{C43C08EC-529A-F8C8-FB6C-BDD3F6C006C2}"/>
          </ac:spMkLst>
        </pc:spChg>
        <pc:spChg chg="add mod">
          <ac:chgData name="Diogo da Silva Guedes Tavares" userId="S::up201706336@up.pt::0082672e-caf2-4cb6-be9b-91bd92c527f4" providerId="AD" clId="Web-{6C7F1163-5F63-11B6-8390-0D6F219B05EE}" dt="2025-11-12T23:41:32.190" v="190" actId="1076"/>
          <ac:spMkLst>
            <pc:docMk/>
            <pc:sldMk cId="3460961830" sldId="267"/>
            <ac:spMk id="17" creationId="{75346364-98CE-6AA3-255B-346C4D6CD6A7}"/>
          </ac:spMkLst>
        </pc:spChg>
      </pc:sldChg>
      <pc:sldChg chg="addSp modSp">
        <pc:chgData name="Diogo da Silva Guedes Tavares" userId="S::up201706336@up.pt::0082672e-caf2-4cb6-be9b-91bd92c527f4" providerId="AD" clId="Web-{6C7F1163-5F63-11B6-8390-0D6F219B05EE}" dt="2025-11-12T23:46:21.064" v="318" actId="20577"/>
        <pc:sldMkLst>
          <pc:docMk/>
          <pc:sldMk cId="555068930" sldId="268"/>
        </pc:sldMkLst>
        <pc:spChg chg="mod">
          <ac:chgData name="Diogo da Silva Guedes Tavares" userId="S::up201706336@up.pt::0082672e-caf2-4cb6-be9b-91bd92c527f4" providerId="AD" clId="Web-{6C7F1163-5F63-11B6-8390-0D6F219B05EE}" dt="2025-11-12T23:46:10.766" v="308" actId="20577"/>
          <ac:spMkLst>
            <pc:docMk/>
            <pc:sldMk cId="555068930" sldId="268"/>
            <ac:spMk id="3" creationId="{D4609151-7979-D31F-676F-C6A50136D8E2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31:27.316" v="37" actId="20577"/>
          <ac:spMkLst>
            <pc:docMk/>
            <pc:sldMk cId="555068930" sldId="268"/>
            <ac:spMk id="7" creationId="{8B4AA27F-D657-82DA-6BBA-D8922C25C336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5:45.027" v="293" actId="20577"/>
          <ac:spMkLst>
            <pc:docMk/>
            <pc:sldMk cId="555068930" sldId="268"/>
            <ac:spMk id="8" creationId="{8F516916-69F2-F0B4-266E-C514D04F42FD}"/>
          </ac:spMkLst>
        </pc:spChg>
        <pc:spChg chg="add mod">
          <ac:chgData name="Diogo da Silva Guedes Tavares" userId="S::up201706336@up.pt::0082672e-caf2-4cb6-be9b-91bd92c527f4" providerId="AD" clId="Web-{6C7F1163-5F63-11B6-8390-0D6F219B05EE}" dt="2025-11-12T23:46:05.905" v="307" actId="20577"/>
          <ac:spMkLst>
            <pc:docMk/>
            <pc:sldMk cId="555068930" sldId="268"/>
            <ac:spMk id="9" creationId="{F067A50F-083E-38B0-FD77-9D892E3E58CB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5:37.776" v="282" actId="1076"/>
          <ac:spMkLst>
            <pc:docMk/>
            <pc:sldMk cId="555068930" sldId="268"/>
            <ac:spMk id="10" creationId="{B4FAA61D-B238-1E38-D640-822EB493377D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5:37.776" v="283" actId="1076"/>
          <ac:spMkLst>
            <pc:docMk/>
            <pc:sldMk cId="555068930" sldId="268"/>
            <ac:spMk id="12" creationId="{249B77B2-51BC-A9CD-68D1-C4381F43A565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5:51.450" v="294" actId="20577"/>
          <ac:spMkLst>
            <pc:docMk/>
            <pc:sldMk cId="555068930" sldId="268"/>
            <ac:spMk id="13" creationId="{5A1182E8-7F6E-A8B2-7B19-8AA7C15CC637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6:21.064" v="318" actId="20577"/>
          <ac:spMkLst>
            <pc:docMk/>
            <pc:sldMk cId="555068930" sldId="268"/>
            <ac:spMk id="14" creationId="{FDB1AAD5-ED4C-5A22-6C64-47A2942E0114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6:17.610" v="309" actId="20577"/>
          <ac:spMkLst>
            <pc:docMk/>
            <pc:sldMk cId="555068930" sldId="268"/>
            <ac:spMk id="15" creationId="{ADFAC2F5-4E01-57A6-836F-35CD317806B3}"/>
          </ac:spMkLst>
        </pc:spChg>
      </pc:sldChg>
      <pc:sldChg chg="addSp modSp add replId">
        <pc:chgData name="Diogo da Silva Guedes Tavares" userId="S::up201706336@up.pt::0082672e-caf2-4cb6-be9b-91bd92c527f4" providerId="AD" clId="Web-{6C7F1163-5F63-11B6-8390-0D6F219B05EE}" dt="2025-11-12T23:48:40.752" v="364" actId="20577"/>
        <pc:sldMkLst>
          <pc:docMk/>
          <pc:sldMk cId="771149491" sldId="270"/>
        </pc:sldMkLst>
        <pc:spChg chg="mod">
          <ac:chgData name="Diogo da Silva Guedes Tavares" userId="S::up201706336@up.pt::0082672e-caf2-4cb6-be9b-91bd92c527f4" providerId="AD" clId="Web-{6C7F1163-5F63-11B6-8390-0D6F219B05EE}" dt="2025-11-12T23:47:14.790" v="348" actId="1076"/>
          <ac:spMkLst>
            <pc:docMk/>
            <pc:sldMk cId="771149491" sldId="270"/>
            <ac:spMk id="3" creationId="{D3E6B070-99AD-4041-760B-3F4DDC962388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8:40.752" v="364" actId="20577"/>
          <ac:spMkLst>
            <pc:docMk/>
            <pc:sldMk cId="771149491" sldId="270"/>
            <ac:spMk id="8" creationId="{081E0827-7831-2069-9D91-C37F0F94CB44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7:20.212" v="350" actId="1076"/>
          <ac:spMkLst>
            <pc:docMk/>
            <pc:sldMk cId="771149491" sldId="270"/>
            <ac:spMk id="10" creationId="{04E42802-4E52-B501-62CE-8917EA614F82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7:20.228" v="351" actId="1076"/>
          <ac:spMkLst>
            <pc:docMk/>
            <pc:sldMk cId="771149491" sldId="270"/>
            <ac:spMk id="12" creationId="{C8EEF02D-9747-8AC4-0322-D4D785C07E94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7:14.743" v="345" actId="1076"/>
          <ac:spMkLst>
            <pc:docMk/>
            <pc:sldMk cId="771149491" sldId="270"/>
            <ac:spMk id="13" creationId="{E8120320-4FCF-870A-9997-1B23C7D2EB93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7:14.758" v="346" actId="1076"/>
          <ac:spMkLst>
            <pc:docMk/>
            <pc:sldMk cId="771149491" sldId="270"/>
            <ac:spMk id="14" creationId="{BABD15FA-01B6-210C-A970-3DCC45700A55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7:14.774" v="347" actId="1076"/>
          <ac:spMkLst>
            <pc:docMk/>
            <pc:sldMk cId="771149491" sldId="270"/>
            <ac:spMk id="15" creationId="{F270C2CA-D9D1-55AC-287C-A0A31C440382}"/>
          </ac:spMkLst>
        </pc:spChg>
        <pc:spChg chg="add mod">
          <ac:chgData name="Diogo da Silva Guedes Tavares" userId="S::up201706336@up.pt::0082672e-caf2-4cb6-be9b-91bd92c527f4" providerId="AD" clId="Web-{6C7F1163-5F63-11B6-8390-0D6F219B05EE}" dt="2025-11-12T23:47:14.805" v="349" actId="1076"/>
          <ac:spMkLst>
            <pc:docMk/>
            <pc:sldMk cId="771149491" sldId="270"/>
            <ac:spMk id="16" creationId="{F11F19A0-0CF7-063D-E3E6-EA048AFC3DEA}"/>
          </ac:spMkLst>
        </pc:spChg>
      </pc:sldChg>
      <pc:sldChg chg="addSp modSp add replId">
        <pc:chgData name="Diogo da Silva Guedes Tavares" userId="S::up201706336@up.pt::0082672e-caf2-4cb6-be9b-91bd92c527f4" providerId="AD" clId="Web-{6C7F1163-5F63-11B6-8390-0D6F219B05EE}" dt="2025-11-12T23:43:04.617" v="242" actId="1076"/>
        <pc:sldMkLst>
          <pc:docMk/>
          <pc:sldMk cId="1959199635" sldId="271"/>
        </pc:sldMkLst>
        <pc:spChg chg="mod">
          <ac:chgData name="Diogo da Silva Guedes Tavares" userId="S::up201706336@up.pt::0082672e-caf2-4cb6-be9b-91bd92c527f4" providerId="AD" clId="Web-{6C7F1163-5F63-11B6-8390-0D6F219B05EE}" dt="2025-11-12T23:42:31.785" v="210" actId="1076"/>
          <ac:spMkLst>
            <pc:docMk/>
            <pc:sldMk cId="1959199635" sldId="271"/>
            <ac:spMk id="3" creationId="{73A02E99-E6F7-0709-41EE-77331F259EE1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2:23.488" v="204" actId="20577"/>
          <ac:spMkLst>
            <pc:docMk/>
            <pc:sldMk cId="1959199635" sldId="271"/>
            <ac:spMk id="7" creationId="{B26D8E64-FAE4-67A8-986C-EB6020EA9D95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2:51.863" v="237" actId="20577"/>
          <ac:spMkLst>
            <pc:docMk/>
            <pc:sldMk cId="1959199635" sldId="271"/>
            <ac:spMk id="8" creationId="{A1FCD309-3241-D50C-7E65-0A729FE1CAA6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2:31.801" v="211" actId="1076"/>
          <ac:spMkLst>
            <pc:docMk/>
            <pc:sldMk cId="1959199635" sldId="271"/>
            <ac:spMk id="9" creationId="{579ADA4D-2914-ACC5-B50F-E0D159185C6B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2:31.707" v="205" actId="1076"/>
          <ac:spMkLst>
            <pc:docMk/>
            <pc:sldMk cId="1959199635" sldId="271"/>
            <ac:spMk id="10" creationId="{7CABA348-774C-F4B1-9F72-5E4F25BA2BB9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2:31.722" v="206" actId="1076"/>
          <ac:spMkLst>
            <pc:docMk/>
            <pc:sldMk cId="1959199635" sldId="271"/>
            <ac:spMk id="12" creationId="{E10B33BA-1527-F53B-1EFA-2C784C910666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2:31.738" v="207" actId="1076"/>
          <ac:spMkLst>
            <pc:docMk/>
            <pc:sldMk cId="1959199635" sldId="271"/>
            <ac:spMk id="13" creationId="{46C30233-7A2A-98B5-B2BA-4E46F7E6D4A1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2:31.754" v="208" actId="1076"/>
          <ac:spMkLst>
            <pc:docMk/>
            <pc:sldMk cId="1959199635" sldId="271"/>
            <ac:spMk id="14" creationId="{326239AE-4D8B-A095-BC7B-914711D53EB7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42:31.769" v="209" actId="1076"/>
          <ac:spMkLst>
            <pc:docMk/>
            <pc:sldMk cId="1959199635" sldId="271"/>
            <ac:spMk id="15" creationId="{FDFD5071-3FBA-FB0B-D0F1-8E475515BAA4}"/>
          </ac:spMkLst>
        </pc:spChg>
        <pc:spChg chg="add mod">
          <ac:chgData name="Diogo da Silva Guedes Tavares" userId="S::up201706336@up.pt::0082672e-caf2-4cb6-be9b-91bd92c527f4" providerId="AD" clId="Web-{6C7F1163-5F63-11B6-8390-0D6F219B05EE}" dt="2025-11-12T23:42:31.816" v="212" actId="1076"/>
          <ac:spMkLst>
            <pc:docMk/>
            <pc:sldMk cId="1959199635" sldId="271"/>
            <ac:spMk id="17" creationId="{20979C37-1AF8-9374-9A0A-7824B4111856}"/>
          </ac:spMkLst>
        </pc:spChg>
        <pc:spChg chg="add mod">
          <ac:chgData name="Diogo da Silva Guedes Tavares" userId="S::up201706336@up.pt::0082672e-caf2-4cb6-be9b-91bd92c527f4" providerId="AD" clId="Web-{6C7F1163-5F63-11B6-8390-0D6F219B05EE}" dt="2025-11-12T23:43:04.617" v="242" actId="1076"/>
          <ac:spMkLst>
            <pc:docMk/>
            <pc:sldMk cId="1959199635" sldId="271"/>
            <ac:spMk id="19" creationId="{A7034FD5-0D97-510C-D413-3667E3E6EBE2}"/>
          </ac:spMkLst>
        </pc:spChg>
      </pc:sldChg>
      <pc:sldChg chg="addSp modSp add replId">
        <pc:chgData name="Diogo da Silva Guedes Tavares" userId="S::up201706336@up.pt::0082672e-caf2-4cb6-be9b-91bd92c527f4" providerId="AD" clId="Web-{6C7F1163-5F63-11B6-8390-0D6F219B05EE}" dt="2025-11-12T23:40:14.705" v="162" actId="20577"/>
        <pc:sldMkLst>
          <pc:docMk/>
          <pc:sldMk cId="2448092448" sldId="272"/>
        </pc:sldMkLst>
        <pc:spChg chg="mod">
          <ac:chgData name="Diogo da Silva Guedes Tavares" userId="S::up201706336@up.pt::0082672e-caf2-4cb6-be9b-91bd92c527f4" providerId="AD" clId="Web-{6C7F1163-5F63-11B6-8390-0D6F219B05EE}" dt="2025-11-12T23:40:14.705" v="162" actId="20577"/>
          <ac:spMkLst>
            <pc:docMk/>
            <pc:sldMk cId="2448092448" sldId="272"/>
            <ac:spMk id="8" creationId="{957F79F8-0F79-1357-8239-CD49E4D38EAB}"/>
          </ac:spMkLst>
        </pc:spChg>
        <pc:spChg chg="add">
          <ac:chgData name="Diogo da Silva Guedes Tavares" userId="S::up201706336@up.pt::0082672e-caf2-4cb6-be9b-91bd92c527f4" providerId="AD" clId="Web-{6C7F1163-5F63-11B6-8390-0D6F219B05EE}" dt="2025-11-12T23:40:08.845" v="156"/>
          <ac:spMkLst>
            <pc:docMk/>
            <pc:sldMk cId="2448092448" sldId="272"/>
            <ac:spMk id="9" creationId="{84D0A0F1-14F1-8AAD-1A5C-4159E1E1CB2F}"/>
          </ac:spMkLst>
        </pc:spChg>
      </pc:sldChg>
      <pc:sldChg chg="addSp delSp modSp add replId">
        <pc:chgData name="Diogo da Silva Guedes Tavares" userId="S::up201706336@up.pt::0082672e-caf2-4cb6-be9b-91bd92c527f4" providerId="AD" clId="Web-{6C7F1163-5F63-11B6-8390-0D6F219B05EE}" dt="2025-11-12T23:51:38.608" v="434" actId="1076"/>
        <pc:sldMkLst>
          <pc:docMk/>
          <pc:sldMk cId="4161652135" sldId="273"/>
        </pc:sldMkLst>
        <pc:spChg chg="del">
          <ac:chgData name="Diogo da Silva Guedes Tavares" userId="S::up201706336@up.pt::0082672e-caf2-4cb6-be9b-91bd92c527f4" providerId="AD" clId="Web-{6C7F1163-5F63-11B6-8390-0D6F219B05EE}" dt="2025-11-12T23:49:31.022" v="367"/>
          <ac:spMkLst>
            <pc:docMk/>
            <pc:sldMk cId="4161652135" sldId="273"/>
            <ac:spMk id="3" creationId="{20DDC19C-B7A1-39AB-334D-E9953287145D}"/>
          </ac:spMkLst>
        </pc:spChg>
        <pc:spChg chg="mod">
          <ac:chgData name="Diogo da Silva Guedes Tavares" userId="S::up201706336@up.pt::0082672e-caf2-4cb6-be9b-91bd92c527f4" providerId="AD" clId="Web-{6C7F1163-5F63-11B6-8390-0D6F219B05EE}" dt="2025-11-12T23:51:36.311" v="433" actId="1076"/>
          <ac:spMkLst>
            <pc:docMk/>
            <pc:sldMk cId="4161652135" sldId="273"/>
            <ac:spMk id="7" creationId="{57A6906F-3ECC-04FA-90DF-97FBDDF7CFE4}"/>
          </ac:spMkLst>
        </pc:spChg>
        <pc:spChg chg="del">
          <ac:chgData name="Diogo da Silva Guedes Tavares" userId="S::up201706336@up.pt::0082672e-caf2-4cb6-be9b-91bd92c527f4" providerId="AD" clId="Web-{6C7F1163-5F63-11B6-8390-0D6F219B05EE}" dt="2025-11-12T23:49:31.022" v="373"/>
          <ac:spMkLst>
            <pc:docMk/>
            <pc:sldMk cId="4161652135" sldId="273"/>
            <ac:spMk id="8" creationId="{1F7074CA-CE25-F429-346A-E9F74FB07EE7}"/>
          </ac:spMkLst>
        </pc:spChg>
        <pc:spChg chg="del">
          <ac:chgData name="Diogo da Silva Guedes Tavares" userId="S::up201706336@up.pt::0082672e-caf2-4cb6-be9b-91bd92c527f4" providerId="AD" clId="Web-{6C7F1163-5F63-11B6-8390-0D6F219B05EE}" dt="2025-11-12T23:49:31.022" v="372"/>
          <ac:spMkLst>
            <pc:docMk/>
            <pc:sldMk cId="4161652135" sldId="273"/>
            <ac:spMk id="10" creationId="{FBE18AE1-8020-7F8D-6CB4-D924CDD5D809}"/>
          </ac:spMkLst>
        </pc:spChg>
        <pc:spChg chg="del">
          <ac:chgData name="Diogo da Silva Guedes Tavares" userId="S::up201706336@up.pt::0082672e-caf2-4cb6-be9b-91bd92c527f4" providerId="AD" clId="Web-{6C7F1163-5F63-11B6-8390-0D6F219B05EE}" dt="2025-11-12T23:49:31.022" v="371"/>
          <ac:spMkLst>
            <pc:docMk/>
            <pc:sldMk cId="4161652135" sldId="273"/>
            <ac:spMk id="12" creationId="{5B41373C-D568-90CA-CE6F-074D2173BD97}"/>
          </ac:spMkLst>
        </pc:spChg>
        <pc:spChg chg="del">
          <ac:chgData name="Diogo da Silva Guedes Tavares" userId="S::up201706336@up.pt::0082672e-caf2-4cb6-be9b-91bd92c527f4" providerId="AD" clId="Web-{6C7F1163-5F63-11B6-8390-0D6F219B05EE}" dt="2025-11-12T23:49:31.022" v="370"/>
          <ac:spMkLst>
            <pc:docMk/>
            <pc:sldMk cId="4161652135" sldId="273"/>
            <ac:spMk id="13" creationId="{4C255DFA-CC40-4609-B2AB-B7144A3910B7}"/>
          </ac:spMkLst>
        </pc:spChg>
        <pc:spChg chg="del">
          <ac:chgData name="Diogo da Silva Guedes Tavares" userId="S::up201706336@up.pt::0082672e-caf2-4cb6-be9b-91bd92c527f4" providerId="AD" clId="Web-{6C7F1163-5F63-11B6-8390-0D6F219B05EE}" dt="2025-11-12T23:49:31.022" v="369"/>
          <ac:spMkLst>
            <pc:docMk/>
            <pc:sldMk cId="4161652135" sldId="273"/>
            <ac:spMk id="14" creationId="{4250C9F3-1E62-B976-232F-1CD045BD6DB3}"/>
          </ac:spMkLst>
        </pc:spChg>
        <pc:spChg chg="del">
          <ac:chgData name="Diogo da Silva Guedes Tavares" userId="S::up201706336@up.pt::0082672e-caf2-4cb6-be9b-91bd92c527f4" providerId="AD" clId="Web-{6C7F1163-5F63-11B6-8390-0D6F219B05EE}" dt="2025-11-12T23:49:31.022" v="368"/>
          <ac:spMkLst>
            <pc:docMk/>
            <pc:sldMk cId="4161652135" sldId="273"/>
            <ac:spMk id="15" creationId="{67F1ECF7-CBD4-7880-0A1A-4B726626B38F}"/>
          </ac:spMkLst>
        </pc:spChg>
        <pc:spChg chg="del">
          <ac:chgData name="Diogo da Silva Guedes Tavares" userId="S::up201706336@up.pt::0082672e-caf2-4cb6-be9b-91bd92c527f4" providerId="AD" clId="Web-{6C7F1163-5F63-11B6-8390-0D6F219B05EE}" dt="2025-11-12T23:49:31.022" v="366"/>
          <ac:spMkLst>
            <pc:docMk/>
            <pc:sldMk cId="4161652135" sldId="273"/>
            <ac:spMk id="16" creationId="{281129FA-9EF4-5F72-4E65-66267A259A91}"/>
          </ac:spMkLst>
        </pc:spChg>
        <pc:spChg chg="add mod">
          <ac:chgData name="Diogo da Silva Guedes Tavares" userId="S::up201706336@up.pt::0082672e-caf2-4cb6-be9b-91bd92c527f4" providerId="AD" clId="Web-{6C7F1163-5F63-11B6-8390-0D6F219B05EE}" dt="2025-11-12T23:49:58.571" v="383" actId="1076"/>
          <ac:spMkLst>
            <pc:docMk/>
            <pc:sldMk cId="4161652135" sldId="273"/>
            <ac:spMk id="17" creationId="{0D91D661-9E35-0CFA-4B22-C100FB864F27}"/>
          </ac:spMkLst>
        </pc:spChg>
        <pc:spChg chg="add mod">
          <ac:chgData name="Diogo da Silva Guedes Tavares" userId="S::up201706336@up.pt::0082672e-caf2-4cb6-be9b-91bd92c527f4" providerId="AD" clId="Web-{6C7F1163-5F63-11B6-8390-0D6F219B05EE}" dt="2025-11-12T23:51:38.608" v="434" actId="1076"/>
          <ac:spMkLst>
            <pc:docMk/>
            <pc:sldMk cId="4161652135" sldId="273"/>
            <ac:spMk id="18" creationId="{4635A197-FC8D-7DFC-6980-1798265425BC}"/>
          </ac:spMkLst>
        </pc:spChg>
      </pc:sldChg>
      <pc:sldChg chg="modSp add replId">
        <pc:chgData name="Diogo da Silva Guedes Tavares" userId="S::up201706336@up.pt::0082672e-caf2-4cb6-be9b-91bd92c527f4" providerId="AD" clId="Web-{6C7F1163-5F63-11B6-8390-0D6F219B05EE}" dt="2025-11-12T23:55:21.852" v="438" actId="20577"/>
        <pc:sldMkLst>
          <pc:docMk/>
          <pc:sldMk cId="1058715560" sldId="274"/>
        </pc:sldMkLst>
        <pc:spChg chg="mod">
          <ac:chgData name="Diogo da Silva Guedes Tavares" userId="S::up201706336@up.pt::0082672e-caf2-4cb6-be9b-91bd92c527f4" providerId="AD" clId="Web-{6C7F1163-5F63-11B6-8390-0D6F219B05EE}" dt="2025-11-12T23:55:21.852" v="438" actId="20577"/>
          <ac:spMkLst>
            <pc:docMk/>
            <pc:sldMk cId="1058715560" sldId="274"/>
            <ac:spMk id="7" creationId="{C7F24F94-B0F4-DD28-3230-813585C20CD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Faça clique para editar o estilo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12/11/2025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5360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12/11/2025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056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12/11/2025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1462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12/11/2025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5642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12/11/2025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49149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12/11/2025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55507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12/11/2025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9934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12/11/2025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89164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12/11/2025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80662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12/11/2025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2510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C0BB-DC71-4713-A787-95011EDB8CA8}" type="datetimeFigureOut">
              <a:rPr lang="pt-PT" smtClean="0"/>
              <a:t>12/11/2025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51718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1C0BB-DC71-4713-A787-95011EDB8CA8}" type="datetimeFigureOut">
              <a:rPr lang="pt-PT" smtClean="0"/>
              <a:t>12/11/2025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16595-07AD-4646-803E-1CCE41789BE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32066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84A4365-DFB4-CBCD-AFB3-804AF67F4E9C}"/>
              </a:ext>
            </a:extLst>
          </p:cNvPr>
          <p:cNvSpPr txBox="1"/>
          <p:nvPr/>
        </p:nvSpPr>
        <p:spPr>
          <a:xfrm>
            <a:off x="3416858" y="1143000"/>
            <a:ext cx="3839307" cy="10550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3394B3C-6BB1-BF62-3C32-339E30EB303A}"/>
              </a:ext>
            </a:extLst>
          </p:cNvPr>
          <p:cNvSpPr txBox="1"/>
          <p:nvPr/>
        </p:nvSpPr>
        <p:spPr>
          <a:xfrm>
            <a:off x="-5861" y="14653"/>
            <a:ext cx="12171483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sz="2400" dirty="0"/>
          </a:p>
          <a:p>
            <a:r>
              <a:rPr lang="pt-PT" sz="2400" dirty="0"/>
              <a:t>     LOGO      </a:t>
            </a:r>
            <a:endParaRPr lang="pt-PT" dirty="0"/>
          </a:p>
          <a:p>
            <a:endParaRPr lang="pt-PT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3443ADC-7BC5-FE12-46A7-3AEC4B829365}"/>
              </a:ext>
            </a:extLst>
          </p:cNvPr>
          <p:cNvSpPr txBox="1"/>
          <p:nvPr/>
        </p:nvSpPr>
        <p:spPr>
          <a:xfrm>
            <a:off x="-3769" y="6490817"/>
            <a:ext cx="121811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Desenvolvedores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A64146C-9BB1-95DF-E23E-2CB6BB23A14B}"/>
              </a:ext>
            </a:extLst>
          </p:cNvPr>
          <p:cNvSpPr txBox="1"/>
          <p:nvPr/>
        </p:nvSpPr>
        <p:spPr>
          <a:xfrm>
            <a:off x="6842987" y="5564359"/>
            <a:ext cx="173215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REGISTAR</a:t>
            </a:r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3D9BAAA-A8AD-80D3-8AE5-F58B6D104121}"/>
              </a:ext>
            </a:extLst>
          </p:cNvPr>
          <p:cNvSpPr txBox="1"/>
          <p:nvPr/>
        </p:nvSpPr>
        <p:spPr>
          <a:xfrm>
            <a:off x="3876388" y="1829369"/>
            <a:ext cx="38779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INÍCIO DE SESSÃO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0A7370E-020D-E32F-ABD8-B5D9B546BB93}"/>
              </a:ext>
            </a:extLst>
          </p:cNvPr>
          <p:cNvSpPr txBox="1"/>
          <p:nvPr/>
        </p:nvSpPr>
        <p:spPr>
          <a:xfrm>
            <a:off x="3809396" y="2576341"/>
            <a:ext cx="303256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PT" dirty="0"/>
              <a:t>E-mail:</a:t>
            </a:r>
          </a:p>
          <a:p>
            <a:endParaRPr lang="pt-PT" dirty="0"/>
          </a:p>
          <a:p>
            <a:endParaRPr lang="pt-PT" dirty="0"/>
          </a:p>
          <a:p>
            <a:r>
              <a:rPr lang="pt-PT" dirty="0"/>
              <a:t>Palavra-passe:</a:t>
            </a:r>
          </a:p>
          <a:p>
            <a:endParaRPr lang="pt-PT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C4A8110-0C73-AAB7-0B0B-040CB3FBEE6F}"/>
              </a:ext>
            </a:extLst>
          </p:cNvPr>
          <p:cNvSpPr txBox="1"/>
          <p:nvPr/>
        </p:nvSpPr>
        <p:spPr>
          <a:xfrm>
            <a:off x="6026140" y="2630015"/>
            <a:ext cx="2079859" cy="3220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F7DB29F-F11F-94BD-9337-6616C943700E}"/>
              </a:ext>
            </a:extLst>
          </p:cNvPr>
          <p:cNvSpPr txBox="1"/>
          <p:nvPr/>
        </p:nvSpPr>
        <p:spPr>
          <a:xfrm>
            <a:off x="6037025" y="3446444"/>
            <a:ext cx="2079859" cy="3220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64FBFDB-6E90-F3B8-A843-68D62E930A0C}"/>
              </a:ext>
            </a:extLst>
          </p:cNvPr>
          <p:cNvSpPr txBox="1"/>
          <p:nvPr/>
        </p:nvSpPr>
        <p:spPr>
          <a:xfrm>
            <a:off x="3421501" y="4913633"/>
            <a:ext cx="614955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Caso ainda não tenha uma conta clique em registar para criar uma.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C93DBC0-AB9F-8495-46C1-B97F5F4B4EB8}"/>
              </a:ext>
            </a:extLst>
          </p:cNvPr>
          <p:cNvSpPr txBox="1"/>
          <p:nvPr/>
        </p:nvSpPr>
        <p:spPr>
          <a:xfrm>
            <a:off x="4807358" y="4160101"/>
            <a:ext cx="243972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dirty="0"/>
              <a:t>INICIAR SESSÃO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8897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0CA2F-F754-2332-140D-E42DEE7D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2686B32-2042-4473-4940-A3C9BAB286E5}"/>
              </a:ext>
            </a:extLst>
          </p:cNvPr>
          <p:cNvSpPr txBox="1"/>
          <p:nvPr/>
        </p:nvSpPr>
        <p:spPr>
          <a:xfrm>
            <a:off x="3416858" y="1143000"/>
            <a:ext cx="3839307" cy="10550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9AA1D8-5358-1F54-8A16-76C44E29C5D9}"/>
              </a:ext>
            </a:extLst>
          </p:cNvPr>
          <p:cNvSpPr txBox="1"/>
          <p:nvPr/>
        </p:nvSpPr>
        <p:spPr>
          <a:xfrm>
            <a:off x="-5861" y="14653"/>
            <a:ext cx="12171483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sz="2400" dirty="0"/>
          </a:p>
          <a:p>
            <a:r>
              <a:rPr lang="pt-PT" sz="2400" dirty="0"/>
              <a:t>     LOGO      </a:t>
            </a:r>
            <a:endParaRPr lang="pt-PT" dirty="0"/>
          </a:p>
          <a:p>
            <a:endParaRPr lang="pt-PT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45DD2FD-3965-3CFC-180F-5E5ACBE7BCB2}"/>
              </a:ext>
            </a:extLst>
          </p:cNvPr>
          <p:cNvSpPr txBox="1"/>
          <p:nvPr/>
        </p:nvSpPr>
        <p:spPr>
          <a:xfrm>
            <a:off x="-3769" y="6490817"/>
            <a:ext cx="121811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Desenvolvedores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DA1AD49-20D1-4512-9FCC-8849BD5E2166}"/>
              </a:ext>
            </a:extLst>
          </p:cNvPr>
          <p:cNvSpPr txBox="1"/>
          <p:nvPr/>
        </p:nvSpPr>
        <p:spPr>
          <a:xfrm>
            <a:off x="4948873" y="5096273"/>
            <a:ext cx="1895438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dirty="0"/>
              <a:t>CONFIRMAR</a:t>
            </a:r>
            <a:endParaRPr lang="pt-PT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0798714-1B37-2022-1CB3-E0F2C6961008}"/>
              </a:ext>
            </a:extLst>
          </p:cNvPr>
          <p:cNvSpPr txBox="1"/>
          <p:nvPr/>
        </p:nvSpPr>
        <p:spPr>
          <a:xfrm>
            <a:off x="3680445" y="1829369"/>
            <a:ext cx="38779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REGISTO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950D19B-7161-F155-D929-908DB82F3B1C}"/>
              </a:ext>
            </a:extLst>
          </p:cNvPr>
          <p:cNvSpPr txBox="1"/>
          <p:nvPr/>
        </p:nvSpPr>
        <p:spPr>
          <a:xfrm>
            <a:off x="3297767" y="2608998"/>
            <a:ext cx="303256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PT" dirty="0"/>
              <a:t>E-mail:</a:t>
            </a:r>
          </a:p>
          <a:p>
            <a:endParaRPr lang="pt-PT" dirty="0"/>
          </a:p>
          <a:p>
            <a:endParaRPr lang="pt-PT" dirty="0"/>
          </a:p>
          <a:p>
            <a:r>
              <a:rPr lang="pt-PT" dirty="0"/>
              <a:t>Palavra-passe:</a:t>
            </a:r>
          </a:p>
          <a:p>
            <a:endParaRPr lang="pt-PT" dirty="0"/>
          </a:p>
          <a:p>
            <a:endParaRPr lang="pt-PT" dirty="0"/>
          </a:p>
          <a:p>
            <a:r>
              <a:rPr lang="pt-PT" dirty="0"/>
              <a:t>Repetir palavra-passe:</a:t>
            </a:r>
          </a:p>
          <a:p>
            <a:endParaRPr lang="pt-PT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CB29F45-0362-02EB-6654-0D090F563BA0}"/>
              </a:ext>
            </a:extLst>
          </p:cNvPr>
          <p:cNvSpPr txBox="1"/>
          <p:nvPr/>
        </p:nvSpPr>
        <p:spPr>
          <a:xfrm>
            <a:off x="6026140" y="2630015"/>
            <a:ext cx="2079859" cy="3220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682DC12-5CEE-1E7F-C52C-17A5557850CA}"/>
              </a:ext>
            </a:extLst>
          </p:cNvPr>
          <p:cNvSpPr txBox="1"/>
          <p:nvPr/>
        </p:nvSpPr>
        <p:spPr>
          <a:xfrm>
            <a:off x="6037025" y="3446444"/>
            <a:ext cx="2079859" cy="3220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E8F369E-0DCC-69F7-F1FB-538F35A14A0F}"/>
              </a:ext>
            </a:extLst>
          </p:cNvPr>
          <p:cNvSpPr txBox="1"/>
          <p:nvPr/>
        </p:nvSpPr>
        <p:spPr>
          <a:xfrm>
            <a:off x="6037025" y="4284644"/>
            <a:ext cx="2079859" cy="3220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73032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4FB0D-CC0A-06F3-1735-090964F5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C4B89AD-9D3C-0DB6-753B-37A94716C5C1}"/>
              </a:ext>
            </a:extLst>
          </p:cNvPr>
          <p:cNvSpPr txBox="1"/>
          <p:nvPr/>
        </p:nvSpPr>
        <p:spPr>
          <a:xfrm>
            <a:off x="0" y="13418"/>
            <a:ext cx="12170530" cy="1784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206A091-6A45-F5B1-E654-7A4F25C1C0DF}"/>
              </a:ext>
            </a:extLst>
          </p:cNvPr>
          <p:cNvSpPr txBox="1"/>
          <p:nvPr/>
        </p:nvSpPr>
        <p:spPr>
          <a:xfrm>
            <a:off x="1392115" y="1143000"/>
            <a:ext cx="3839307" cy="10550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A96DBD3-F46A-FA60-2737-5403DE5D72B5}"/>
              </a:ext>
            </a:extLst>
          </p:cNvPr>
          <p:cNvSpPr txBox="1"/>
          <p:nvPr/>
        </p:nvSpPr>
        <p:spPr>
          <a:xfrm>
            <a:off x="-5861" y="14653"/>
            <a:ext cx="12171483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sz="2400" dirty="0"/>
          </a:p>
          <a:p>
            <a:r>
              <a:rPr lang="pt-PT" sz="2400" dirty="0"/>
              <a:t>      LOGO      BARRA DE PESQUISA      PERFIL</a:t>
            </a:r>
            <a:endParaRPr lang="pt-PT" dirty="0"/>
          </a:p>
          <a:p>
            <a:endParaRPr lang="pt-PT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7D53C99-5DCD-4D05-1C19-31DA39D3C975}"/>
              </a:ext>
            </a:extLst>
          </p:cNvPr>
          <p:cNvSpPr txBox="1"/>
          <p:nvPr/>
        </p:nvSpPr>
        <p:spPr>
          <a:xfrm>
            <a:off x="717619" y="2292698"/>
            <a:ext cx="52753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Ultimas </a:t>
            </a:r>
            <a:r>
              <a:rPr lang="pt-PT" dirty="0" err="1"/>
              <a:t>coleçoes</a:t>
            </a:r>
            <a:r>
              <a:rPr lang="pt-PT" dirty="0"/>
              <a:t> adicionadas/Novidades: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F014D4A-7E34-D043-D3E3-64D6E75158ED}"/>
              </a:ext>
            </a:extLst>
          </p:cNvPr>
          <p:cNvSpPr txBox="1"/>
          <p:nvPr/>
        </p:nvSpPr>
        <p:spPr>
          <a:xfrm>
            <a:off x="669471" y="2818143"/>
            <a:ext cx="7819292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 1 (</a:t>
            </a:r>
            <a:r>
              <a:rPr lang="pt-PT" dirty="0" err="1"/>
              <a:t>clicavel</a:t>
            </a:r>
            <a:r>
              <a:rPr lang="pt-PT" dirty="0"/>
              <a:t>)</a:t>
            </a:r>
          </a:p>
          <a:p>
            <a:r>
              <a:rPr lang="pt-PT" dirty="0"/>
              <a:t>(imagens </a:t>
            </a:r>
            <a:r>
              <a:rPr lang="pt-PT" dirty="0" err="1"/>
              <a:t>clicaveis</a:t>
            </a:r>
            <a:r>
              <a:rPr lang="pt-PT" dirty="0"/>
              <a:t>  com alguns exemplos de itens da </a:t>
            </a:r>
            <a:r>
              <a:rPr lang="pt-PT" dirty="0" err="1"/>
              <a:t>coleçao</a:t>
            </a:r>
            <a:r>
              <a:rPr lang="pt-PT" dirty="0"/>
              <a:t> 1)</a:t>
            </a:r>
          </a:p>
          <a:p>
            <a:endParaRPr lang="pt-PT" dirty="0"/>
          </a:p>
          <a:p>
            <a:r>
              <a:rPr lang="pt-PT" dirty="0"/>
              <a:t> 2 (</a:t>
            </a:r>
            <a:r>
              <a:rPr lang="pt-PT" dirty="0" err="1"/>
              <a:t>clicavel</a:t>
            </a:r>
            <a:r>
              <a:rPr lang="pt-PT" dirty="0"/>
              <a:t>)</a:t>
            </a:r>
          </a:p>
          <a:p>
            <a:r>
              <a:rPr lang="pt-PT" dirty="0"/>
              <a:t>(imagens </a:t>
            </a:r>
            <a:r>
              <a:rPr lang="pt-PT" dirty="0" err="1"/>
              <a:t>clicaveis</a:t>
            </a:r>
            <a:r>
              <a:rPr lang="pt-PT" dirty="0"/>
              <a:t>  com alguns exemplos de itens da </a:t>
            </a:r>
            <a:r>
              <a:rPr lang="pt-PT" dirty="0" err="1"/>
              <a:t>coleçao</a:t>
            </a:r>
            <a:r>
              <a:rPr lang="pt-PT" dirty="0"/>
              <a:t> 2)</a:t>
            </a:r>
          </a:p>
          <a:p>
            <a:endParaRPr lang="pt-PT" dirty="0"/>
          </a:p>
          <a:p>
            <a:r>
              <a:rPr lang="pt-PT" dirty="0"/>
              <a:t> 3 (</a:t>
            </a:r>
            <a:r>
              <a:rPr lang="pt-PT" dirty="0" err="1"/>
              <a:t>clicavel</a:t>
            </a:r>
            <a:r>
              <a:rPr lang="pt-PT" dirty="0"/>
              <a:t>)</a:t>
            </a:r>
          </a:p>
          <a:p>
            <a:r>
              <a:rPr lang="pt-PT" dirty="0"/>
              <a:t>(imagens </a:t>
            </a:r>
            <a:r>
              <a:rPr lang="pt-PT" dirty="0" err="1"/>
              <a:t>clicaveis</a:t>
            </a:r>
            <a:r>
              <a:rPr lang="pt-PT" dirty="0"/>
              <a:t> com alguns exemplos de itens da </a:t>
            </a:r>
            <a:r>
              <a:rPr lang="pt-PT" dirty="0" err="1"/>
              <a:t>coleçao</a:t>
            </a:r>
            <a:r>
              <a:rPr lang="pt-PT" dirty="0"/>
              <a:t> 3)</a:t>
            </a:r>
          </a:p>
          <a:p>
            <a:endParaRPr lang="pt-PT" dirty="0"/>
          </a:p>
          <a:p>
            <a:r>
              <a:rPr lang="pt-PT" dirty="0"/>
              <a:t> 4 (</a:t>
            </a:r>
            <a:r>
              <a:rPr lang="pt-PT" dirty="0" err="1"/>
              <a:t>clicavel</a:t>
            </a:r>
            <a:r>
              <a:rPr lang="pt-PT" dirty="0"/>
              <a:t>)</a:t>
            </a:r>
          </a:p>
          <a:p>
            <a:r>
              <a:rPr lang="pt-PT" dirty="0"/>
              <a:t>(imagens </a:t>
            </a:r>
            <a:r>
              <a:rPr lang="pt-PT" dirty="0" err="1"/>
              <a:t>clicaveis</a:t>
            </a:r>
            <a:r>
              <a:rPr lang="pt-PT" dirty="0"/>
              <a:t>  com alguns exemplos de itens da </a:t>
            </a:r>
            <a:r>
              <a:rPr lang="pt-PT" dirty="0" err="1"/>
              <a:t>coleçao</a:t>
            </a:r>
            <a:r>
              <a:rPr lang="pt-PT" dirty="0"/>
              <a:t> 4)</a:t>
            </a:r>
          </a:p>
          <a:p>
            <a:endParaRPr lang="pt-PT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8BC4CCB-3EE1-F42E-2CC6-7233E654AE9A}"/>
              </a:ext>
            </a:extLst>
          </p:cNvPr>
          <p:cNvSpPr txBox="1"/>
          <p:nvPr/>
        </p:nvSpPr>
        <p:spPr>
          <a:xfrm>
            <a:off x="2094" y="1547445"/>
            <a:ext cx="1217776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dirty="0"/>
              <a:t>Cartas   Veículos   Livros   Bonecos Miniatura   Militares  Eventos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6F6F831-F003-242B-E5DE-ABA854E8282C}"/>
              </a:ext>
            </a:extLst>
          </p:cNvPr>
          <p:cNvSpPr txBox="1"/>
          <p:nvPr/>
        </p:nvSpPr>
        <p:spPr>
          <a:xfrm>
            <a:off x="-3769" y="6490817"/>
            <a:ext cx="121811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Desenvolvedores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5A6B806-76C7-C117-7B56-31FD8A584DF0}"/>
              </a:ext>
            </a:extLst>
          </p:cNvPr>
          <p:cNvSpPr txBox="1"/>
          <p:nvPr/>
        </p:nvSpPr>
        <p:spPr>
          <a:xfrm>
            <a:off x="8654897" y="2777618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Minhas coleções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8EA3A13-45B6-4D6D-D558-D6ABB55C844F}"/>
              </a:ext>
            </a:extLst>
          </p:cNvPr>
          <p:cNvSpPr txBox="1"/>
          <p:nvPr/>
        </p:nvSpPr>
        <p:spPr>
          <a:xfrm>
            <a:off x="8659963" y="3429083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Adicionar coleção</a:t>
            </a:r>
          </a:p>
        </p:txBody>
      </p:sp>
    </p:spTree>
    <p:extLst>
      <p:ext uri="{BB962C8B-B14F-4D97-AF65-F5344CB8AC3E}">
        <p14:creationId xmlns:p14="http://schemas.microsoft.com/office/powerpoint/2010/main" val="1302322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51DDD-2BEE-99FA-FE0E-B1F566E12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802E166-17DE-1148-6E08-8874B557EAFE}"/>
              </a:ext>
            </a:extLst>
          </p:cNvPr>
          <p:cNvSpPr txBox="1"/>
          <p:nvPr/>
        </p:nvSpPr>
        <p:spPr>
          <a:xfrm>
            <a:off x="0" y="13418"/>
            <a:ext cx="12170530" cy="1784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E2D646B-65C4-71AF-D909-7F8C9BBCDEA6}"/>
              </a:ext>
            </a:extLst>
          </p:cNvPr>
          <p:cNvSpPr txBox="1"/>
          <p:nvPr/>
        </p:nvSpPr>
        <p:spPr>
          <a:xfrm>
            <a:off x="1392115" y="1143000"/>
            <a:ext cx="3839307" cy="10550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D0450DB-CE43-CDD6-F05D-DB54B187B990}"/>
              </a:ext>
            </a:extLst>
          </p:cNvPr>
          <p:cNvSpPr txBox="1"/>
          <p:nvPr/>
        </p:nvSpPr>
        <p:spPr>
          <a:xfrm>
            <a:off x="-5861" y="14653"/>
            <a:ext cx="12171483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sz="2400" dirty="0"/>
          </a:p>
          <a:p>
            <a:r>
              <a:rPr lang="pt-PT" sz="2400" dirty="0"/>
              <a:t>   LOGO   BARRA DE PESQUISA   PERFIL/INICIAR SESSAO/REGISTAR</a:t>
            </a:r>
            <a:endParaRPr lang="pt-PT" dirty="0"/>
          </a:p>
          <a:p>
            <a:endParaRPr lang="pt-PT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5F25C75-3705-BDBC-38C3-6EFE96DC112C}"/>
              </a:ext>
            </a:extLst>
          </p:cNvPr>
          <p:cNvSpPr txBox="1"/>
          <p:nvPr/>
        </p:nvSpPr>
        <p:spPr>
          <a:xfrm>
            <a:off x="674076" y="1530699"/>
            <a:ext cx="52753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Desenvolvedores: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E7C3B73-5DAA-7494-72F5-DE452C907435}"/>
              </a:ext>
            </a:extLst>
          </p:cNvPr>
          <p:cNvSpPr txBox="1"/>
          <p:nvPr/>
        </p:nvSpPr>
        <p:spPr>
          <a:xfrm>
            <a:off x="669471" y="2003707"/>
            <a:ext cx="7819292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 Desenvolvedor 1:</a:t>
            </a:r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  <a:p>
            <a:r>
              <a:rPr lang="pt-PT" dirty="0"/>
              <a:t> Desenvolvedor 2:</a:t>
            </a:r>
          </a:p>
          <a:p>
            <a:endParaRPr lang="pt-PT" dirty="0"/>
          </a:p>
          <a:p>
            <a:r>
              <a:rPr lang="pt-PT" dirty="0"/>
              <a:t> Desenvolvedor 3:</a:t>
            </a:r>
          </a:p>
          <a:p>
            <a:endParaRPr lang="pt-PT" dirty="0"/>
          </a:p>
          <a:p>
            <a:r>
              <a:rPr lang="pt-PT" dirty="0"/>
              <a:t> Desenvolvedor 4:</a:t>
            </a:r>
          </a:p>
          <a:p>
            <a:endParaRPr lang="pt-PT" dirty="0"/>
          </a:p>
          <a:p>
            <a:endParaRPr lang="pt-PT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C60F33D-3A98-0DEB-6B67-5FB9A15E86DB}"/>
              </a:ext>
            </a:extLst>
          </p:cNvPr>
          <p:cNvSpPr txBox="1"/>
          <p:nvPr/>
        </p:nvSpPr>
        <p:spPr>
          <a:xfrm>
            <a:off x="-3769" y="6490817"/>
            <a:ext cx="121811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Desenvolvedores</a:t>
            </a:r>
          </a:p>
        </p:txBody>
      </p:sp>
      <p:pic>
        <p:nvPicPr>
          <p:cNvPr id="9" name="Imagem 8" descr="Profile Icon Vector Art, Icons, and Graphics for Free Download">
            <a:extLst>
              <a:ext uri="{FF2B5EF4-FFF2-40B4-BE49-F238E27FC236}">
                <a16:creationId xmlns:a16="http://schemas.microsoft.com/office/drawing/2014/main" id="{F7ACA970-3872-30DF-41D9-477FACDA9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59" y="2470749"/>
            <a:ext cx="2231572" cy="22751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4811ECF1-33E7-F2D6-321E-AE69A2292431}"/>
              </a:ext>
            </a:extLst>
          </p:cNvPr>
          <p:cNvSpPr txBox="1"/>
          <p:nvPr/>
        </p:nvSpPr>
        <p:spPr>
          <a:xfrm>
            <a:off x="4348843" y="2404485"/>
            <a:ext cx="587075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E-mail: email@email.com</a:t>
            </a:r>
          </a:p>
          <a:p>
            <a:endParaRPr lang="pt-PT" dirty="0"/>
          </a:p>
          <a:p>
            <a:r>
              <a:rPr lang="pt-PT" dirty="0"/>
              <a:t>Faculdade: FEUP</a:t>
            </a:r>
          </a:p>
          <a:p>
            <a:endParaRPr lang="pt-PT" dirty="0"/>
          </a:p>
          <a:p>
            <a:r>
              <a:rPr lang="pt-PT" dirty="0"/>
              <a:t>Curso:  MEEC</a:t>
            </a:r>
          </a:p>
        </p:txBody>
      </p:sp>
    </p:spTree>
    <p:extLst>
      <p:ext uri="{BB962C8B-B14F-4D97-AF65-F5344CB8AC3E}">
        <p14:creationId xmlns:p14="http://schemas.microsoft.com/office/powerpoint/2010/main" val="2010659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2FD09-589F-4F45-9197-A0FA7BC7A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B7F0790-D0C5-642F-0A47-D8D8B7AB5592}"/>
              </a:ext>
            </a:extLst>
          </p:cNvPr>
          <p:cNvSpPr txBox="1"/>
          <p:nvPr/>
        </p:nvSpPr>
        <p:spPr>
          <a:xfrm>
            <a:off x="0" y="13418"/>
            <a:ext cx="12170530" cy="1784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D0D991A-96EE-F269-E35B-4AD06A94C5AD}"/>
              </a:ext>
            </a:extLst>
          </p:cNvPr>
          <p:cNvSpPr txBox="1"/>
          <p:nvPr/>
        </p:nvSpPr>
        <p:spPr>
          <a:xfrm>
            <a:off x="1392115" y="1143000"/>
            <a:ext cx="3839307" cy="10550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4431665-0359-A6AD-C463-12D956F6CBF3}"/>
              </a:ext>
            </a:extLst>
          </p:cNvPr>
          <p:cNvSpPr txBox="1"/>
          <p:nvPr/>
        </p:nvSpPr>
        <p:spPr>
          <a:xfrm>
            <a:off x="-5861" y="14653"/>
            <a:ext cx="12171483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sz="2400" dirty="0"/>
          </a:p>
          <a:p>
            <a:r>
              <a:rPr lang="pt-PT" sz="2400" dirty="0"/>
              <a:t>      LOGO      BARRA DE PESQUISA      PERFIL</a:t>
            </a:r>
            <a:endParaRPr lang="pt-PT" dirty="0"/>
          </a:p>
          <a:p>
            <a:endParaRPr lang="pt-PT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DB3700C-292B-2316-D9BF-34D79AE2CDF7}"/>
              </a:ext>
            </a:extLst>
          </p:cNvPr>
          <p:cNvSpPr txBox="1"/>
          <p:nvPr/>
        </p:nvSpPr>
        <p:spPr>
          <a:xfrm>
            <a:off x="717619" y="2292698"/>
            <a:ext cx="52753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Perfil: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3CF8243-AEDE-4434-2EB9-64AA705CB626}"/>
              </a:ext>
            </a:extLst>
          </p:cNvPr>
          <p:cNvSpPr txBox="1"/>
          <p:nvPr/>
        </p:nvSpPr>
        <p:spPr>
          <a:xfrm>
            <a:off x="2094" y="1547445"/>
            <a:ext cx="1217776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dirty="0"/>
              <a:t>Cartas   Veículos   Livros   Bonecos Miniatura   Militares  Eventos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F06BF2B-6D50-3B98-B56C-4D1E53E31ECF}"/>
              </a:ext>
            </a:extLst>
          </p:cNvPr>
          <p:cNvSpPr txBox="1"/>
          <p:nvPr/>
        </p:nvSpPr>
        <p:spPr>
          <a:xfrm>
            <a:off x="-3769" y="6490817"/>
            <a:ext cx="121811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Desenvolvedores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186294B-4E03-9B39-3305-F79118E869CF}"/>
              </a:ext>
            </a:extLst>
          </p:cNvPr>
          <p:cNvSpPr txBox="1"/>
          <p:nvPr/>
        </p:nvSpPr>
        <p:spPr>
          <a:xfrm>
            <a:off x="4039967" y="5653899"/>
            <a:ext cx="1766553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Editar perfil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602EDF3-F4BE-3B15-59CB-E638A38EABE5}"/>
              </a:ext>
            </a:extLst>
          </p:cNvPr>
          <p:cNvSpPr txBox="1"/>
          <p:nvPr/>
        </p:nvSpPr>
        <p:spPr>
          <a:xfrm>
            <a:off x="6320301" y="5650688"/>
            <a:ext cx="178801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Alterar e-mail</a:t>
            </a:r>
          </a:p>
        </p:txBody>
      </p:sp>
      <p:pic>
        <p:nvPicPr>
          <p:cNvPr id="12" name="Imagem 11" descr="Profile Icon Vector Art, Icons, and Graphics for Free Download">
            <a:extLst>
              <a:ext uri="{FF2B5EF4-FFF2-40B4-BE49-F238E27FC236}">
                <a16:creationId xmlns:a16="http://schemas.microsoft.com/office/drawing/2014/main" id="{85396969-1A35-36CC-5A54-073383E4D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84" y="2921510"/>
            <a:ext cx="2231572" cy="22751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B745E0E4-BA95-DB6E-8188-77328BE35116}"/>
              </a:ext>
            </a:extLst>
          </p:cNvPr>
          <p:cNvSpPr txBox="1"/>
          <p:nvPr/>
        </p:nvSpPr>
        <p:spPr>
          <a:xfrm>
            <a:off x="4037604" y="2847120"/>
            <a:ext cx="587075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E-mail: email@email.com</a:t>
            </a:r>
          </a:p>
          <a:p>
            <a:endParaRPr lang="pt-PT" dirty="0"/>
          </a:p>
          <a:p>
            <a:r>
              <a:rPr lang="pt-PT" dirty="0"/>
              <a:t>Data de nascimento: 01/01/1990</a:t>
            </a:r>
          </a:p>
          <a:p>
            <a:endParaRPr lang="pt-PT" dirty="0"/>
          </a:p>
          <a:p>
            <a:r>
              <a:rPr lang="pt-PT" dirty="0"/>
              <a:t>Data de registo: 01/01/2025</a:t>
            </a:r>
          </a:p>
          <a:p>
            <a:endParaRPr lang="pt-PT" dirty="0"/>
          </a:p>
          <a:p>
            <a:r>
              <a:rPr lang="pt-PT" dirty="0"/>
              <a:t>Numero de coleções:  5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6267839-66FD-FE76-651A-DE3752F390B7}"/>
              </a:ext>
            </a:extLst>
          </p:cNvPr>
          <p:cNvSpPr txBox="1"/>
          <p:nvPr/>
        </p:nvSpPr>
        <p:spPr>
          <a:xfrm>
            <a:off x="8627766" y="5650689"/>
            <a:ext cx="25607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Alterar palavra-passe</a:t>
            </a:r>
          </a:p>
        </p:txBody>
      </p:sp>
    </p:spTree>
    <p:extLst>
      <p:ext uri="{BB962C8B-B14F-4D97-AF65-F5344CB8AC3E}">
        <p14:creationId xmlns:p14="http://schemas.microsoft.com/office/powerpoint/2010/main" val="3306470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D23CC-940C-E7C1-7F7A-90C05157F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78EB50B-2BE0-0697-1875-E406D60B6B42}"/>
              </a:ext>
            </a:extLst>
          </p:cNvPr>
          <p:cNvSpPr txBox="1"/>
          <p:nvPr/>
        </p:nvSpPr>
        <p:spPr>
          <a:xfrm>
            <a:off x="0" y="13418"/>
            <a:ext cx="12170530" cy="1784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287E184-4685-3085-D0FD-E48CB3EF0AC8}"/>
              </a:ext>
            </a:extLst>
          </p:cNvPr>
          <p:cNvSpPr txBox="1"/>
          <p:nvPr/>
        </p:nvSpPr>
        <p:spPr>
          <a:xfrm>
            <a:off x="1392115" y="1143000"/>
            <a:ext cx="3839307" cy="10550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B3581B9-9E8D-5D62-78D0-C1DAF00FE137}"/>
              </a:ext>
            </a:extLst>
          </p:cNvPr>
          <p:cNvSpPr txBox="1"/>
          <p:nvPr/>
        </p:nvSpPr>
        <p:spPr>
          <a:xfrm>
            <a:off x="-5861" y="14653"/>
            <a:ext cx="12171483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sz="2400" dirty="0"/>
          </a:p>
          <a:p>
            <a:r>
              <a:rPr lang="pt-PT" sz="2400" dirty="0"/>
              <a:t>      LOGO      BARRA DE PESQUISA      PERFIL</a:t>
            </a:r>
            <a:endParaRPr lang="pt-PT" dirty="0"/>
          </a:p>
          <a:p>
            <a:endParaRPr lang="pt-PT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DAEDA79-FE3A-EE99-52D0-CB5BF218B0AE}"/>
              </a:ext>
            </a:extLst>
          </p:cNvPr>
          <p:cNvSpPr txBox="1"/>
          <p:nvPr/>
        </p:nvSpPr>
        <p:spPr>
          <a:xfrm>
            <a:off x="717619" y="2292698"/>
            <a:ext cx="52753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Editar perfil: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3E93F96-4D6D-2B8C-C65A-23B796B66C35}"/>
              </a:ext>
            </a:extLst>
          </p:cNvPr>
          <p:cNvSpPr txBox="1"/>
          <p:nvPr/>
        </p:nvSpPr>
        <p:spPr>
          <a:xfrm>
            <a:off x="2094" y="1547445"/>
            <a:ext cx="1217776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dirty="0"/>
              <a:t>Cartas   Veículos   Livros   Bonecos Miniatura   Militares  Eventos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334BA79-E785-BD87-9F28-6BEF4AA7B8BF}"/>
              </a:ext>
            </a:extLst>
          </p:cNvPr>
          <p:cNvSpPr txBox="1"/>
          <p:nvPr/>
        </p:nvSpPr>
        <p:spPr>
          <a:xfrm>
            <a:off x="-3769" y="6490817"/>
            <a:ext cx="121811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Desenvolvedores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8AF4C9C-E36F-7E3E-37CE-926F42A74396}"/>
              </a:ext>
            </a:extLst>
          </p:cNvPr>
          <p:cNvSpPr txBox="1"/>
          <p:nvPr/>
        </p:nvSpPr>
        <p:spPr>
          <a:xfrm>
            <a:off x="4072165" y="3689872"/>
            <a:ext cx="258221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Carregar nova imagem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2A4B883-BF00-DC77-7A0E-BFBD21A562B9}"/>
              </a:ext>
            </a:extLst>
          </p:cNvPr>
          <p:cNvSpPr txBox="1"/>
          <p:nvPr/>
        </p:nvSpPr>
        <p:spPr>
          <a:xfrm>
            <a:off x="3583540" y="5468237"/>
            <a:ext cx="178801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Confirmar</a:t>
            </a:r>
          </a:p>
        </p:txBody>
      </p:sp>
      <p:pic>
        <p:nvPicPr>
          <p:cNvPr id="12" name="Imagem 11" descr="Profile Icon Vector Art, Icons, and Graphics for Free Download">
            <a:extLst>
              <a:ext uri="{FF2B5EF4-FFF2-40B4-BE49-F238E27FC236}">
                <a16:creationId xmlns:a16="http://schemas.microsoft.com/office/drawing/2014/main" id="{B2FC6793-DFFA-3F6D-3711-6F06277C6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84" y="2921510"/>
            <a:ext cx="2231572" cy="22751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1EEBC46-EA08-8896-E69E-E05F0C327984}"/>
              </a:ext>
            </a:extLst>
          </p:cNvPr>
          <p:cNvSpPr txBox="1"/>
          <p:nvPr/>
        </p:nvSpPr>
        <p:spPr>
          <a:xfrm>
            <a:off x="4037604" y="2662063"/>
            <a:ext cx="58707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Nova data de nascimento: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95C80D1-5061-AACD-0743-DCF863E4DC04}"/>
              </a:ext>
            </a:extLst>
          </p:cNvPr>
          <p:cNvSpPr txBox="1"/>
          <p:nvPr/>
        </p:nvSpPr>
        <p:spPr>
          <a:xfrm>
            <a:off x="6320302" y="5468238"/>
            <a:ext cx="359105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Desfazer alterações e voltar atrás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E8BFAF-905A-434F-BF31-064E9A4126D9}"/>
              </a:ext>
            </a:extLst>
          </p:cNvPr>
          <p:cNvSpPr txBox="1"/>
          <p:nvPr/>
        </p:nvSpPr>
        <p:spPr>
          <a:xfrm>
            <a:off x="7211090" y="2656350"/>
            <a:ext cx="214218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nova data)</a:t>
            </a:r>
          </a:p>
        </p:txBody>
      </p:sp>
    </p:spTree>
    <p:extLst>
      <p:ext uri="{BB962C8B-B14F-4D97-AF65-F5344CB8AC3E}">
        <p14:creationId xmlns:p14="http://schemas.microsoft.com/office/powerpoint/2010/main" val="2994674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41F76-D190-9040-57EB-0241ADA57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01E5A94-C2C2-F8B7-2CB8-C736ACE3CFAA}"/>
              </a:ext>
            </a:extLst>
          </p:cNvPr>
          <p:cNvSpPr txBox="1"/>
          <p:nvPr/>
        </p:nvSpPr>
        <p:spPr>
          <a:xfrm>
            <a:off x="0" y="13418"/>
            <a:ext cx="12170530" cy="1784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ED05C00-8E8B-9132-1982-8E71D044B572}"/>
              </a:ext>
            </a:extLst>
          </p:cNvPr>
          <p:cNvSpPr txBox="1"/>
          <p:nvPr/>
        </p:nvSpPr>
        <p:spPr>
          <a:xfrm>
            <a:off x="1392115" y="1143000"/>
            <a:ext cx="3839307" cy="10550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5A52557-1709-BEC7-00F8-628C0B92A7B1}"/>
              </a:ext>
            </a:extLst>
          </p:cNvPr>
          <p:cNvSpPr txBox="1"/>
          <p:nvPr/>
        </p:nvSpPr>
        <p:spPr>
          <a:xfrm>
            <a:off x="-5861" y="14653"/>
            <a:ext cx="12171483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sz="2400" dirty="0"/>
          </a:p>
          <a:p>
            <a:r>
              <a:rPr lang="pt-PT" sz="2400" dirty="0"/>
              <a:t>      LOGO      BARRA DE PESQUISA      PERFIL</a:t>
            </a:r>
            <a:endParaRPr lang="pt-PT" dirty="0"/>
          </a:p>
          <a:p>
            <a:endParaRPr lang="pt-PT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23C8E8F-5725-1A49-7080-F1AC3A2D9630}"/>
              </a:ext>
            </a:extLst>
          </p:cNvPr>
          <p:cNvSpPr txBox="1"/>
          <p:nvPr/>
        </p:nvSpPr>
        <p:spPr>
          <a:xfrm>
            <a:off x="717619" y="2292698"/>
            <a:ext cx="52753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Alterar e-mail: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60C5219-28FD-C894-C5BA-378DC6C647CE}"/>
              </a:ext>
            </a:extLst>
          </p:cNvPr>
          <p:cNvSpPr txBox="1"/>
          <p:nvPr/>
        </p:nvSpPr>
        <p:spPr>
          <a:xfrm>
            <a:off x="2094" y="1547445"/>
            <a:ext cx="1217776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dirty="0"/>
              <a:t>Cartas   Veículos   Livros   Bonecos Miniatura   Militares  Eventos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4440C47-E2A6-2D20-4670-FEFFB99EE1C2}"/>
              </a:ext>
            </a:extLst>
          </p:cNvPr>
          <p:cNvSpPr txBox="1"/>
          <p:nvPr/>
        </p:nvSpPr>
        <p:spPr>
          <a:xfrm>
            <a:off x="-3769" y="6490817"/>
            <a:ext cx="121811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Desenvolvedores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A46A4DE-2D45-A258-489B-BB42C0ACED7C}"/>
              </a:ext>
            </a:extLst>
          </p:cNvPr>
          <p:cNvSpPr txBox="1"/>
          <p:nvPr/>
        </p:nvSpPr>
        <p:spPr>
          <a:xfrm>
            <a:off x="2374083" y="3102091"/>
            <a:ext cx="58707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E-mail antigo: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4011CE-A87A-F3EB-B2DD-A9445131FEFE}"/>
              </a:ext>
            </a:extLst>
          </p:cNvPr>
          <p:cNvSpPr txBox="1"/>
          <p:nvPr/>
        </p:nvSpPr>
        <p:spPr>
          <a:xfrm>
            <a:off x="5547569" y="3096378"/>
            <a:ext cx="288272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e-mail antigo)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CBEB134-6D51-CABC-A6F4-974D017852B6}"/>
              </a:ext>
            </a:extLst>
          </p:cNvPr>
          <p:cNvSpPr txBox="1"/>
          <p:nvPr/>
        </p:nvSpPr>
        <p:spPr>
          <a:xfrm>
            <a:off x="2724948" y="4749167"/>
            <a:ext cx="178801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Confirmar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0BF3BF2-9285-1723-5834-0260A63FB67F}"/>
              </a:ext>
            </a:extLst>
          </p:cNvPr>
          <p:cNvSpPr txBox="1"/>
          <p:nvPr/>
        </p:nvSpPr>
        <p:spPr>
          <a:xfrm>
            <a:off x="5461710" y="4749168"/>
            <a:ext cx="359105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Desfazer alterações e voltar atrás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C7132DD-F921-A6C1-7A8B-4A578598DC32}"/>
              </a:ext>
            </a:extLst>
          </p:cNvPr>
          <p:cNvSpPr txBox="1"/>
          <p:nvPr/>
        </p:nvSpPr>
        <p:spPr>
          <a:xfrm>
            <a:off x="2345328" y="3849713"/>
            <a:ext cx="58707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E-mail novo: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3890C7E-5E0F-A3C1-6D27-899955C86E56}"/>
              </a:ext>
            </a:extLst>
          </p:cNvPr>
          <p:cNvSpPr txBox="1"/>
          <p:nvPr/>
        </p:nvSpPr>
        <p:spPr>
          <a:xfrm>
            <a:off x="5518814" y="3844000"/>
            <a:ext cx="288272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e-mail novo)</a:t>
            </a:r>
          </a:p>
        </p:txBody>
      </p:sp>
    </p:spTree>
    <p:extLst>
      <p:ext uri="{BB962C8B-B14F-4D97-AF65-F5344CB8AC3E}">
        <p14:creationId xmlns:p14="http://schemas.microsoft.com/office/powerpoint/2010/main" val="2332653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9B12F-1EB9-4D02-A278-9ED2613C3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CEBDFC1-5C57-3124-D904-32BC5701B52D}"/>
              </a:ext>
            </a:extLst>
          </p:cNvPr>
          <p:cNvSpPr txBox="1"/>
          <p:nvPr/>
        </p:nvSpPr>
        <p:spPr>
          <a:xfrm>
            <a:off x="0" y="13418"/>
            <a:ext cx="12170530" cy="1784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43D8CB0-910A-6F1B-3763-DFFDCEA96183}"/>
              </a:ext>
            </a:extLst>
          </p:cNvPr>
          <p:cNvSpPr txBox="1"/>
          <p:nvPr/>
        </p:nvSpPr>
        <p:spPr>
          <a:xfrm>
            <a:off x="1392115" y="1143000"/>
            <a:ext cx="3839307" cy="10550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CA7C18E-15B0-F78C-ED1B-61E94FC28DD5}"/>
              </a:ext>
            </a:extLst>
          </p:cNvPr>
          <p:cNvSpPr txBox="1"/>
          <p:nvPr/>
        </p:nvSpPr>
        <p:spPr>
          <a:xfrm>
            <a:off x="-5861" y="14653"/>
            <a:ext cx="12171483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sz="2400" dirty="0"/>
          </a:p>
          <a:p>
            <a:r>
              <a:rPr lang="pt-PT" sz="2400" dirty="0"/>
              <a:t>      LOGO      BARRA DE PESQUISA      PERFIL</a:t>
            </a:r>
            <a:endParaRPr lang="pt-PT" dirty="0"/>
          </a:p>
          <a:p>
            <a:endParaRPr lang="pt-PT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DF6DDFC-628F-4803-CFBA-8660F523C30D}"/>
              </a:ext>
            </a:extLst>
          </p:cNvPr>
          <p:cNvSpPr txBox="1"/>
          <p:nvPr/>
        </p:nvSpPr>
        <p:spPr>
          <a:xfrm>
            <a:off x="717619" y="2292698"/>
            <a:ext cx="52753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Alterar palavra-passe: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9D636F1-95CC-8DF7-EC7C-B7B2CA2CB044}"/>
              </a:ext>
            </a:extLst>
          </p:cNvPr>
          <p:cNvSpPr txBox="1"/>
          <p:nvPr/>
        </p:nvSpPr>
        <p:spPr>
          <a:xfrm>
            <a:off x="2094" y="1547445"/>
            <a:ext cx="1217776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dirty="0"/>
              <a:t>Cartas   Veículos   Livros   Bonecos Miniatura   Militares  Eventos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191912F-2F1C-8AC3-CADD-8C40068F465A}"/>
              </a:ext>
            </a:extLst>
          </p:cNvPr>
          <p:cNvSpPr txBox="1"/>
          <p:nvPr/>
        </p:nvSpPr>
        <p:spPr>
          <a:xfrm>
            <a:off x="-3769" y="6490817"/>
            <a:ext cx="121811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Desenvolvedores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34341E1-35F0-9024-8701-FA42AF8D63ED}"/>
              </a:ext>
            </a:extLst>
          </p:cNvPr>
          <p:cNvSpPr txBox="1"/>
          <p:nvPr/>
        </p:nvSpPr>
        <p:spPr>
          <a:xfrm>
            <a:off x="2374083" y="3102091"/>
            <a:ext cx="58707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Palavra-passe antiga: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E364A93-1674-ED4D-7D4E-0FD0BE2A2B1A}"/>
              </a:ext>
            </a:extLst>
          </p:cNvPr>
          <p:cNvSpPr txBox="1"/>
          <p:nvPr/>
        </p:nvSpPr>
        <p:spPr>
          <a:xfrm>
            <a:off x="5483175" y="3096378"/>
            <a:ext cx="326908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palavra-passe antiga)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C328C73-880D-E397-6CF5-29DEA6E6975E}"/>
              </a:ext>
            </a:extLst>
          </p:cNvPr>
          <p:cNvSpPr txBox="1"/>
          <p:nvPr/>
        </p:nvSpPr>
        <p:spPr>
          <a:xfrm>
            <a:off x="2724948" y="5232125"/>
            <a:ext cx="178801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Confirmar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8894154-1360-A86F-F649-95E9B46E47C1}"/>
              </a:ext>
            </a:extLst>
          </p:cNvPr>
          <p:cNvSpPr txBox="1"/>
          <p:nvPr/>
        </p:nvSpPr>
        <p:spPr>
          <a:xfrm>
            <a:off x="5461710" y="5232126"/>
            <a:ext cx="359105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Desfazer alterações e voltar atrás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0309001-CF70-25BA-E557-1E91763BFD04}"/>
              </a:ext>
            </a:extLst>
          </p:cNvPr>
          <p:cNvSpPr txBox="1"/>
          <p:nvPr/>
        </p:nvSpPr>
        <p:spPr>
          <a:xfrm>
            <a:off x="2374082" y="3864091"/>
            <a:ext cx="58707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Palavra-passe nova: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4C464A3-1EFD-73B7-909F-C55E19DC6A03}"/>
              </a:ext>
            </a:extLst>
          </p:cNvPr>
          <p:cNvSpPr txBox="1"/>
          <p:nvPr/>
        </p:nvSpPr>
        <p:spPr>
          <a:xfrm>
            <a:off x="5493907" y="3858378"/>
            <a:ext cx="326908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palavra-passe nova)</a:t>
            </a:r>
          </a:p>
        </p:txBody>
      </p:sp>
    </p:spTree>
    <p:extLst>
      <p:ext uri="{BB962C8B-B14F-4D97-AF65-F5344CB8AC3E}">
        <p14:creationId xmlns:p14="http://schemas.microsoft.com/office/powerpoint/2010/main" val="2232790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4D93A-343E-8A04-DBEC-AF5F04B13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D7BF89E-CAB8-0D36-A8BB-35B4F9D17CC8}"/>
              </a:ext>
            </a:extLst>
          </p:cNvPr>
          <p:cNvSpPr txBox="1"/>
          <p:nvPr/>
        </p:nvSpPr>
        <p:spPr>
          <a:xfrm>
            <a:off x="0" y="13418"/>
            <a:ext cx="12170530" cy="1784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C183124-B0FA-BE60-524E-B40081AD4863}"/>
              </a:ext>
            </a:extLst>
          </p:cNvPr>
          <p:cNvSpPr txBox="1"/>
          <p:nvPr/>
        </p:nvSpPr>
        <p:spPr>
          <a:xfrm>
            <a:off x="1392115" y="1143000"/>
            <a:ext cx="3839307" cy="10550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26C32DB-AF07-F5B0-7ADE-5A1354035BE0}"/>
              </a:ext>
            </a:extLst>
          </p:cNvPr>
          <p:cNvSpPr txBox="1"/>
          <p:nvPr/>
        </p:nvSpPr>
        <p:spPr>
          <a:xfrm>
            <a:off x="-5861" y="14653"/>
            <a:ext cx="12171483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sz="2400" dirty="0"/>
          </a:p>
          <a:p>
            <a:r>
              <a:rPr lang="pt-PT" sz="2400" dirty="0"/>
              <a:t>      LOGO      BARRA DE PESQUISA      PERFIL</a:t>
            </a:r>
            <a:endParaRPr lang="pt-PT" dirty="0"/>
          </a:p>
          <a:p>
            <a:endParaRPr lang="pt-PT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4C40829-AE86-0F56-D41F-0E178EA703AA}"/>
              </a:ext>
            </a:extLst>
          </p:cNvPr>
          <p:cNvSpPr txBox="1"/>
          <p:nvPr/>
        </p:nvSpPr>
        <p:spPr>
          <a:xfrm>
            <a:off x="717619" y="2292698"/>
            <a:ext cx="52753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Coleção X: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9526789-71C9-490D-E5AC-9E5AE471B567}"/>
              </a:ext>
            </a:extLst>
          </p:cNvPr>
          <p:cNvSpPr txBox="1"/>
          <p:nvPr/>
        </p:nvSpPr>
        <p:spPr>
          <a:xfrm>
            <a:off x="2094" y="1547445"/>
            <a:ext cx="1217776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dirty="0"/>
              <a:t>Cartas   Veículos   Livros   Bonecos Miniatura   Militares  Eventos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95724F0-F029-C3ED-D6BF-D88544301C4B}"/>
              </a:ext>
            </a:extLst>
          </p:cNvPr>
          <p:cNvSpPr txBox="1"/>
          <p:nvPr/>
        </p:nvSpPr>
        <p:spPr>
          <a:xfrm>
            <a:off x="-3769" y="6490817"/>
            <a:ext cx="121811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Desenvolvedores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55A9143-EF1E-EE6A-CC86-F0755F55F11F}"/>
              </a:ext>
            </a:extLst>
          </p:cNvPr>
          <p:cNvSpPr txBox="1"/>
          <p:nvPr/>
        </p:nvSpPr>
        <p:spPr>
          <a:xfrm>
            <a:off x="8659963" y="5575562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Adicionar item à coleção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49E4153-365D-4C44-68AC-6FF76D532A8F}"/>
              </a:ext>
            </a:extLst>
          </p:cNvPr>
          <p:cNvSpPr txBox="1"/>
          <p:nvPr/>
        </p:nvSpPr>
        <p:spPr>
          <a:xfrm>
            <a:off x="925872" y="3059405"/>
            <a:ext cx="4025533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Nome: </a:t>
            </a:r>
          </a:p>
          <a:p>
            <a:pPr algn="l"/>
            <a:endParaRPr lang="pt-PT" dirty="0"/>
          </a:p>
          <a:p>
            <a:r>
              <a:rPr lang="pt-PT" dirty="0"/>
              <a:t>Data de criação:</a:t>
            </a:r>
          </a:p>
          <a:p>
            <a:endParaRPr lang="pt-PT" dirty="0"/>
          </a:p>
          <a:p>
            <a:r>
              <a:rPr lang="pt-PT" dirty="0"/>
              <a:t>Tipo:</a:t>
            </a:r>
          </a:p>
          <a:p>
            <a:endParaRPr lang="pt-PT" dirty="0"/>
          </a:p>
          <a:p>
            <a:r>
              <a:rPr lang="pt-PT" dirty="0"/>
              <a:t>Número de itens:</a:t>
            </a:r>
          </a:p>
          <a:p>
            <a:endParaRPr lang="pt-PT" dirty="0"/>
          </a:p>
          <a:p>
            <a:r>
              <a:rPr lang="pt-PT" dirty="0"/>
              <a:t>Descrição: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AD02113-FBF5-395A-09D9-D53C96BA8FFB}"/>
              </a:ext>
            </a:extLst>
          </p:cNvPr>
          <p:cNvSpPr txBox="1"/>
          <p:nvPr/>
        </p:nvSpPr>
        <p:spPr>
          <a:xfrm>
            <a:off x="8654897" y="4971626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Eliminar coleção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F3639DF-690A-CFD0-5752-940C08C93F58}"/>
              </a:ext>
            </a:extLst>
          </p:cNvPr>
          <p:cNvSpPr txBox="1"/>
          <p:nvPr/>
        </p:nvSpPr>
        <p:spPr>
          <a:xfrm>
            <a:off x="8644164" y="4349147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Editar coleção</a:t>
            </a:r>
          </a:p>
        </p:txBody>
      </p:sp>
    </p:spTree>
    <p:extLst>
      <p:ext uri="{BB962C8B-B14F-4D97-AF65-F5344CB8AC3E}">
        <p14:creationId xmlns:p14="http://schemas.microsoft.com/office/powerpoint/2010/main" val="338144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98AC1-D7FE-DC6A-BA0D-DF1049807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D3037AD-A276-905E-5959-67C964167A8C}"/>
              </a:ext>
            </a:extLst>
          </p:cNvPr>
          <p:cNvSpPr txBox="1"/>
          <p:nvPr/>
        </p:nvSpPr>
        <p:spPr>
          <a:xfrm>
            <a:off x="0" y="13418"/>
            <a:ext cx="12170530" cy="1784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B7B045D-C8C1-971D-4DC4-5BDE0D1251DA}"/>
              </a:ext>
            </a:extLst>
          </p:cNvPr>
          <p:cNvSpPr txBox="1"/>
          <p:nvPr/>
        </p:nvSpPr>
        <p:spPr>
          <a:xfrm>
            <a:off x="1392115" y="1143000"/>
            <a:ext cx="3839307" cy="10550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50A4C72-3FAF-FB30-E475-1FC227A909AB}"/>
              </a:ext>
            </a:extLst>
          </p:cNvPr>
          <p:cNvSpPr txBox="1"/>
          <p:nvPr/>
        </p:nvSpPr>
        <p:spPr>
          <a:xfrm>
            <a:off x="-5861" y="14653"/>
            <a:ext cx="12171483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sz="2400" dirty="0"/>
          </a:p>
          <a:p>
            <a:r>
              <a:rPr lang="pt-PT" sz="2400" dirty="0"/>
              <a:t>      LOGO      BARRA DE PESQUISA      PERFIL</a:t>
            </a:r>
            <a:endParaRPr lang="pt-PT" dirty="0"/>
          </a:p>
          <a:p>
            <a:endParaRPr lang="pt-PT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F56CF0C-A0E8-6279-5156-90242614FCA2}"/>
              </a:ext>
            </a:extLst>
          </p:cNvPr>
          <p:cNvSpPr txBox="1"/>
          <p:nvPr/>
        </p:nvSpPr>
        <p:spPr>
          <a:xfrm>
            <a:off x="717619" y="2292698"/>
            <a:ext cx="52753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Adicionar coleção: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4CE3336-B2DF-BE72-86FB-6648E3A1CB6B}"/>
              </a:ext>
            </a:extLst>
          </p:cNvPr>
          <p:cNvSpPr txBox="1"/>
          <p:nvPr/>
        </p:nvSpPr>
        <p:spPr>
          <a:xfrm>
            <a:off x="2094" y="1547445"/>
            <a:ext cx="1217776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dirty="0"/>
              <a:t>Cartas   Veículos   Livros   Bonecos Miniatura   Militares  Eventos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F224D11-2235-A2A8-48D6-38A3A1FC7879}"/>
              </a:ext>
            </a:extLst>
          </p:cNvPr>
          <p:cNvSpPr txBox="1"/>
          <p:nvPr/>
        </p:nvSpPr>
        <p:spPr>
          <a:xfrm>
            <a:off x="-3769" y="6490817"/>
            <a:ext cx="121811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Desenvolvedores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480F665-AABD-0E46-5A16-B06077B323C8}"/>
              </a:ext>
            </a:extLst>
          </p:cNvPr>
          <p:cNvSpPr txBox="1"/>
          <p:nvPr/>
        </p:nvSpPr>
        <p:spPr>
          <a:xfrm>
            <a:off x="925872" y="3059405"/>
            <a:ext cx="4025533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Nome: </a:t>
            </a:r>
          </a:p>
          <a:p>
            <a:pPr algn="l"/>
            <a:endParaRPr lang="pt-PT" dirty="0"/>
          </a:p>
          <a:p>
            <a:r>
              <a:rPr lang="pt-PT" dirty="0"/>
              <a:t>Data de criação:</a:t>
            </a:r>
          </a:p>
          <a:p>
            <a:endParaRPr lang="pt-PT" dirty="0"/>
          </a:p>
          <a:p>
            <a:r>
              <a:rPr lang="pt-PT" dirty="0"/>
              <a:t>Tipo:</a:t>
            </a:r>
          </a:p>
          <a:p>
            <a:endParaRPr lang="pt-PT" dirty="0"/>
          </a:p>
          <a:p>
            <a:r>
              <a:rPr lang="pt-PT" dirty="0"/>
              <a:t>Descrição: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52DB59F-054E-2AC1-0808-5BB82728A9DA}"/>
              </a:ext>
            </a:extLst>
          </p:cNvPr>
          <p:cNvSpPr txBox="1"/>
          <p:nvPr/>
        </p:nvSpPr>
        <p:spPr>
          <a:xfrm>
            <a:off x="7860240" y="5509932"/>
            <a:ext cx="353785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Desfazer alterações e voltar atrás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C10EE0B-7E2F-B8BD-8395-58D79978F6F0}"/>
              </a:ext>
            </a:extLst>
          </p:cNvPr>
          <p:cNvSpPr txBox="1"/>
          <p:nvPr/>
        </p:nvSpPr>
        <p:spPr>
          <a:xfrm>
            <a:off x="4333268" y="5509932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Confirmar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531428E-3C53-5063-0FBF-F580C09D882F}"/>
              </a:ext>
            </a:extLst>
          </p:cNvPr>
          <p:cNvSpPr txBox="1"/>
          <p:nvPr/>
        </p:nvSpPr>
        <p:spPr>
          <a:xfrm>
            <a:off x="3288239" y="3060646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nome)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CD6DABA-FE48-079C-1571-A95D44E0F699}"/>
              </a:ext>
            </a:extLst>
          </p:cNvPr>
          <p:cNvSpPr txBox="1"/>
          <p:nvPr/>
        </p:nvSpPr>
        <p:spPr>
          <a:xfrm>
            <a:off x="3288239" y="3615817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data)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543D9BB-A50D-7936-73A2-D80AE0F2EF51}"/>
              </a:ext>
            </a:extLst>
          </p:cNvPr>
          <p:cNvSpPr txBox="1"/>
          <p:nvPr/>
        </p:nvSpPr>
        <p:spPr>
          <a:xfrm>
            <a:off x="3288239" y="4192760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tipo)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1E07E3D-C609-D36A-5E7C-C208561B149C}"/>
              </a:ext>
            </a:extLst>
          </p:cNvPr>
          <p:cNvSpPr txBox="1"/>
          <p:nvPr/>
        </p:nvSpPr>
        <p:spPr>
          <a:xfrm>
            <a:off x="3288239" y="4718647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descrição)</a:t>
            </a:r>
          </a:p>
        </p:txBody>
      </p:sp>
    </p:spTree>
    <p:extLst>
      <p:ext uri="{BB962C8B-B14F-4D97-AF65-F5344CB8AC3E}">
        <p14:creationId xmlns:p14="http://schemas.microsoft.com/office/powerpoint/2010/main" val="2752986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66313-D448-43D6-7A90-ADA0CD378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0D4D13F-479B-DBFD-B4A3-275BDEBC54A5}"/>
              </a:ext>
            </a:extLst>
          </p:cNvPr>
          <p:cNvSpPr txBox="1"/>
          <p:nvPr/>
        </p:nvSpPr>
        <p:spPr>
          <a:xfrm>
            <a:off x="0" y="13418"/>
            <a:ext cx="12170530" cy="1784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2D8D9E5-6CD3-30EA-D1B6-761A06640A89}"/>
              </a:ext>
            </a:extLst>
          </p:cNvPr>
          <p:cNvSpPr txBox="1"/>
          <p:nvPr/>
        </p:nvSpPr>
        <p:spPr>
          <a:xfrm>
            <a:off x="1392115" y="1143000"/>
            <a:ext cx="3839307" cy="10550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FC61B64-9374-0B49-1B13-1449CFB27613}"/>
              </a:ext>
            </a:extLst>
          </p:cNvPr>
          <p:cNvSpPr txBox="1"/>
          <p:nvPr/>
        </p:nvSpPr>
        <p:spPr>
          <a:xfrm>
            <a:off x="-5861" y="14653"/>
            <a:ext cx="12171483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sz="2400" dirty="0"/>
          </a:p>
          <a:p>
            <a:r>
              <a:rPr lang="pt-PT" sz="2400" dirty="0"/>
              <a:t>      LOGO      BARRA DE PESQUISA      PERFIL</a:t>
            </a:r>
            <a:endParaRPr lang="pt-PT" dirty="0"/>
          </a:p>
          <a:p>
            <a:endParaRPr lang="pt-PT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8332AB7-53F4-B921-4176-825E0F583246}"/>
              </a:ext>
            </a:extLst>
          </p:cNvPr>
          <p:cNvSpPr txBox="1"/>
          <p:nvPr/>
        </p:nvSpPr>
        <p:spPr>
          <a:xfrm>
            <a:off x="717619" y="2292698"/>
            <a:ext cx="52753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Editar coleção X: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84F7154-4ADA-7BCC-6360-E3CF3B53AD61}"/>
              </a:ext>
            </a:extLst>
          </p:cNvPr>
          <p:cNvSpPr txBox="1"/>
          <p:nvPr/>
        </p:nvSpPr>
        <p:spPr>
          <a:xfrm>
            <a:off x="2094" y="1547445"/>
            <a:ext cx="1217776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dirty="0"/>
              <a:t>Cartas   Veículos   Livros   Bonecos Miniatura   Militares  Eventos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75D30BB-02F4-40AE-367E-1E80B6E10D06}"/>
              </a:ext>
            </a:extLst>
          </p:cNvPr>
          <p:cNvSpPr txBox="1"/>
          <p:nvPr/>
        </p:nvSpPr>
        <p:spPr>
          <a:xfrm>
            <a:off x="-3769" y="6490817"/>
            <a:ext cx="121811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Desenvolvedores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57F79F8-0F79-1357-8239-CD49E4D38EAB}"/>
              </a:ext>
            </a:extLst>
          </p:cNvPr>
          <p:cNvSpPr txBox="1"/>
          <p:nvPr/>
        </p:nvSpPr>
        <p:spPr>
          <a:xfrm>
            <a:off x="925872" y="3059405"/>
            <a:ext cx="4025533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Nome: </a:t>
            </a:r>
          </a:p>
          <a:p>
            <a:pPr algn="l"/>
            <a:endParaRPr lang="pt-PT" dirty="0"/>
          </a:p>
          <a:p>
            <a:r>
              <a:rPr lang="pt-PT" dirty="0"/>
              <a:t>Data de criação:</a:t>
            </a:r>
          </a:p>
          <a:p>
            <a:endParaRPr lang="pt-PT" dirty="0"/>
          </a:p>
          <a:p>
            <a:r>
              <a:rPr lang="pt-PT" dirty="0"/>
              <a:t>Tipo:</a:t>
            </a:r>
          </a:p>
          <a:p>
            <a:endParaRPr lang="pt-PT" dirty="0"/>
          </a:p>
          <a:p>
            <a:r>
              <a:rPr lang="pt-PT" dirty="0"/>
              <a:t>Descrição: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454F020-64A0-13FA-E2A5-AD44996629CD}"/>
              </a:ext>
            </a:extLst>
          </p:cNvPr>
          <p:cNvSpPr txBox="1"/>
          <p:nvPr/>
        </p:nvSpPr>
        <p:spPr>
          <a:xfrm>
            <a:off x="7860240" y="5509932"/>
            <a:ext cx="353785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Desfazer alterações e voltar atrás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FCB11CA-E5E0-66F6-E9F8-E9371F68B9CF}"/>
              </a:ext>
            </a:extLst>
          </p:cNvPr>
          <p:cNvSpPr txBox="1"/>
          <p:nvPr/>
        </p:nvSpPr>
        <p:spPr>
          <a:xfrm>
            <a:off x="4333268" y="5509932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Confirmar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A9B639A-2C8C-EB9E-5434-5B1646C967E6}"/>
              </a:ext>
            </a:extLst>
          </p:cNvPr>
          <p:cNvSpPr txBox="1"/>
          <p:nvPr/>
        </p:nvSpPr>
        <p:spPr>
          <a:xfrm>
            <a:off x="3288239" y="3060646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novo nome)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F445F52-9A53-FBA0-5281-0FD346887DDC}"/>
              </a:ext>
            </a:extLst>
          </p:cNvPr>
          <p:cNvSpPr txBox="1"/>
          <p:nvPr/>
        </p:nvSpPr>
        <p:spPr>
          <a:xfrm>
            <a:off x="3288239" y="3615817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nova data)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3AE6F4F-FF51-694E-F201-0D2578235C95}"/>
              </a:ext>
            </a:extLst>
          </p:cNvPr>
          <p:cNvSpPr txBox="1"/>
          <p:nvPr/>
        </p:nvSpPr>
        <p:spPr>
          <a:xfrm>
            <a:off x="3288239" y="4192760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novo tipo)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4D0A0F1-14F1-8AAD-1A5C-4159E1E1CB2F}"/>
              </a:ext>
            </a:extLst>
          </p:cNvPr>
          <p:cNvSpPr txBox="1"/>
          <p:nvPr/>
        </p:nvSpPr>
        <p:spPr>
          <a:xfrm>
            <a:off x="3288239" y="4718647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descrição)</a:t>
            </a:r>
          </a:p>
        </p:txBody>
      </p:sp>
    </p:spTree>
    <p:extLst>
      <p:ext uri="{BB962C8B-B14F-4D97-AF65-F5344CB8AC3E}">
        <p14:creationId xmlns:p14="http://schemas.microsoft.com/office/powerpoint/2010/main" val="2448092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D4EA2-539D-7E9D-E12C-B8B67C1D2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CC83ABE-7006-1993-3B2D-4FB6F7307A98}"/>
              </a:ext>
            </a:extLst>
          </p:cNvPr>
          <p:cNvSpPr txBox="1"/>
          <p:nvPr/>
        </p:nvSpPr>
        <p:spPr>
          <a:xfrm>
            <a:off x="0" y="13418"/>
            <a:ext cx="12170530" cy="1784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83EA9C4-E9A1-02D5-369D-A53CBC31790B}"/>
              </a:ext>
            </a:extLst>
          </p:cNvPr>
          <p:cNvSpPr txBox="1"/>
          <p:nvPr/>
        </p:nvSpPr>
        <p:spPr>
          <a:xfrm>
            <a:off x="1392115" y="1143000"/>
            <a:ext cx="3839307" cy="10550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4D9600D-44C1-29F7-5ED6-136A3C2B7AAD}"/>
              </a:ext>
            </a:extLst>
          </p:cNvPr>
          <p:cNvSpPr txBox="1"/>
          <p:nvPr/>
        </p:nvSpPr>
        <p:spPr>
          <a:xfrm>
            <a:off x="-5861" y="14653"/>
            <a:ext cx="12171483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sz="2400" dirty="0"/>
          </a:p>
          <a:p>
            <a:r>
              <a:rPr lang="pt-PT" sz="2400" dirty="0"/>
              <a:t>      LOGO      BARRA DE PESQUISA      PERFIL</a:t>
            </a:r>
            <a:endParaRPr lang="pt-PT" dirty="0"/>
          </a:p>
          <a:p>
            <a:endParaRPr lang="pt-PT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35E0BEF-597F-F611-EA84-8AC2EACE22E7}"/>
              </a:ext>
            </a:extLst>
          </p:cNvPr>
          <p:cNvSpPr txBox="1"/>
          <p:nvPr/>
        </p:nvSpPr>
        <p:spPr>
          <a:xfrm>
            <a:off x="417112" y="2206839"/>
            <a:ext cx="52753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Item X: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C620A72-2166-2D8E-258C-E0DB5658386C}"/>
              </a:ext>
            </a:extLst>
          </p:cNvPr>
          <p:cNvSpPr txBox="1"/>
          <p:nvPr/>
        </p:nvSpPr>
        <p:spPr>
          <a:xfrm>
            <a:off x="2094" y="1547445"/>
            <a:ext cx="1217776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dirty="0"/>
              <a:t>Cartas   Veículos   Livros   Bonecos Miniatura   Militares  Eventos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5F0F80D-79E1-3225-8587-C00BAB5E9BE8}"/>
              </a:ext>
            </a:extLst>
          </p:cNvPr>
          <p:cNvSpPr txBox="1"/>
          <p:nvPr/>
        </p:nvSpPr>
        <p:spPr>
          <a:xfrm>
            <a:off x="-3769" y="6490817"/>
            <a:ext cx="121811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Desenvolvedores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8F98801-492E-0C15-4B31-A1A6A2D7A4B8}"/>
              </a:ext>
            </a:extLst>
          </p:cNvPr>
          <p:cNvSpPr txBox="1"/>
          <p:nvPr/>
        </p:nvSpPr>
        <p:spPr>
          <a:xfrm>
            <a:off x="1033196" y="2576447"/>
            <a:ext cx="4025533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Coleção:</a:t>
            </a:r>
          </a:p>
          <a:p>
            <a:endParaRPr lang="pt-PT" dirty="0"/>
          </a:p>
          <a:p>
            <a:r>
              <a:rPr lang="pt-PT" dirty="0"/>
              <a:t>Nome: </a:t>
            </a:r>
          </a:p>
          <a:p>
            <a:endParaRPr lang="pt-PT" dirty="0"/>
          </a:p>
          <a:p>
            <a:r>
              <a:rPr lang="pt-PT" dirty="0"/>
              <a:t>Data em que foi adquirido:</a:t>
            </a:r>
          </a:p>
          <a:p>
            <a:endParaRPr lang="pt-PT" dirty="0"/>
          </a:p>
          <a:p>
            <a:r>
              <a:rPr lang="pt-PT" dirty="0"/>
              <a:t>Importância:</a:t>
            </a:r>
          </a:p>
          <a:p>
            <a:endParaRPr lang="pt-PT" dirty="0"/>
          </a:p>
          <a:p>
            <a:r>
              <a:rPr lang="pt-PT" dirty="0"/>
              <a:t>Peso:</a:t>
            </a:r>
          </a:p>
          <a:p>
            <a:endParaRPr lang="pt-PT" dirty="0"/>
          </a:p>
          <a:p>
            <a:r>
              <a:rPr lang="pt-PT" dirty="0"/>
              <a:t>Preço:</a:t>
            </a:r>
          </a:p>
          <a:p>
            <a:endParaRPr lang="pt-PT" dirty="0"/>
          </a:p>
          <a:p>
            <a:r>
              <a:rPr lang="pt-PT" dirty="0"/>
              <a:t>Imagem: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7E2C112-A904-FF96-77C6-3F3D35DA4496}"/>
              </a:ext>
            </a:extLst>
          </p:cNvPr>
          <p:cNvSpPr txBox="1"/>
          <p:nvPr/>
        </p:nvSpPr>
        <p:spPr>
          <a:xfrm>
            <a:off x="8654897" y="5651447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Eliminar item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31BCE33-4966-BAD5-024D-D8F0066193EC}"/>
              </a:ext>
            </a:extLst>
          </p:cNvPr>
          <p:cNvSpPr txBox="1"/>
          <p:nvPr/>
        </p:nvSpPr>
        <p:spPr>
          <a:xfrm>
            <a:off x="8654897" y="5093362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Editar item</a:t>
            </a:r>
          </a:p>
        </p:txBody>
      </p:sp>
    </p:spTree>
    <p:extLst>
      <p:ext uri="{BB962C8B-B14F-4D97-AF65-F5344CB8AC3E}">
        <p14:creationId xmlns:p14="http://schemas.microsoft.com/office/powerpoint/2010/main" val="3972524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FE75F-DDAD-7EBA-4503-B142E02EA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3EC6C53-5BB3-86FD-1E57-84CBFC3E35A4}"/>
              </a:ext>
            </a:extLst>
          </p:cNvPr>
          <p:cNvSpPr txBox="1"/>
          <p:nvPr/>
        </p:nvSpPr>
        <p:spPr>
          <a:xfrm>
            <a:off x="0" y="13418"/>
            <a:ext cx="12170530" cy="1784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B0FE2B4-E67B-6839-1FC4-06B0B2AB8DE8}"/>
              </a:ext>
            </a:extLst>
          </p:cNvPr>
          <p:cNvSpPr txBox="1"/>
          <p:nvPr/>
        </p:nvSpPr>
        <p:spPr>
          <a:xfrm>
            <a:off x="1392115" y="1143000"/>
            <a:ext cx="3839307" cy="10550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9C6DF6B-467F-DCF3-B378-FFA50FA176AF}"/>
              </a:ext>
            </a:extLst>
          </p:cNvPr>
          <p:cNvSpPr txBox="1"/>
          <p:nvPr/>
        </p:nvSpPr>
        <p:spPr>
          <a:xfrm>
            <a:off x="-5861" y="14653"/>
            <a:ext cx="12171483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sz="2400" dirty="0"/>
          </a:p>
          <a:p>
            <a:r>
              <a:rPr lang="pt-PT" sz="2400" dirty="0"/>
              <a:t>      LOGO      BARRA DE PESQUISA      PERFIL</a:t>
            </a:r>
            <a:endParaRPr lang="pt-PT" dirty="0"/>
          </a:p>
          <a:p>
            <a:endParaRPr lang="pt-PT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C07A4AB-2111-9DFF-B957-ADA1FDA3A91A}"/>
              </a:ext>
            </a:extLst>
          </p:cNvPr>
          <p:cNvSpPr txBox="1"/>
          <p:nvPr/>
        </p:nvSpPr>
        <p:spPr>
          <a:xfrm>
            <a:off x="417112" y="2045853"/>
            <a:ext cx="52753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Adicionar item: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2ED24FF-D864-F342-EE82-4BDEB76327A7}"/>
              </a:ext>
            </a:extLst>
          </p:cNvPr>
          <p:cNvSpPr txBox="1"/>
          <p:nvPr/>
        </p:nvSpPr>
        <p:spPr>
          <a:xfrm>
            <a:off x="2094" y="1547445"/>
            <a:ext cx="1217776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dirty="0"/>
              <a:t>Cartas   Veículos   Livros   Bonecos Miniatura   Militares  Eventos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372C86-F072-3776-2774-8808B8AB5D0C}"/>
              </a:ext>
            </a:extLst>
          </p:cNvPr>
          <p:cNvSpPr txBox="1"/>
          <p:nvPr/>
        </p:nvSpPr>
        <p:spPr>
          <a:xfrm>
            <a:off x="-3769" y="6490817"/>
            <a:ext cx="121811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Desenvolvedores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08E709-3E9F-B403-A269-E80BB671AD51}"/>
              </a:ext>
            </a:extLst>
          </p:cNvPr>
          <p:cNvSpPr txBox="1"/>
          <p:nvPr/>
        </p:nvSpPr>
        <p:spPr>
          <a:xfrm>
            <a:off x="840166" y="2497641"/>
            <a:ext cx="4025533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Coleção:</a:t>
            </a:r>
          </a:p>
          <a:p>
            <a:endParaRPr lang="pt-PT" dirty="0"/>
          </a:p>
          <a:p>
            <a:r>
              <a:rPr lang="pt-PT" dirty="0"/>
              <a:t>Nome: </a:t>
            </a:r>
          </a:p>
          <a:p>
            <a:pPr algn="l"/>
            <a:endParaRPr lang="pt-PT" dirty="0"/>
          </a:p>
          <a:p>
            <a:r>
              <a:rPr lang="pt-PT" dirty="0"/>
              <a:t>Data em que foi adquirido:</a:t>
            </a:r>
          </a:p>
          <a:p>
            <a:endParaRPr lang="pt-PT" dirty="0"/>
          </a:p>
          <a:p>
            <a:r>
              <a:rPr lang="pt-PT" dirty="0"/>
              <a:t>Importância:</a:t>
            </a:r>
          </a:p>
          <a:p>
            <a:endParaRPr lang="pt-PT" dirty="0"/>
          </a:p>
          <a:p>
            <a:r>
              <a:rPr lang="pt-PT" dirty="0"/>
              <a:t>Peso:</a:t>
            </a:r>
          </a:p>
          <a:p>
            <a:endParaRPr lang="pt-PT" dirty="0"/>
          </a:p>
          <a:p>
            <a:r>
              <a:rPr lang="pt-PT" dirty="0"/>
              <a:t>Preço:</a:t>
            </a:r>
          </a:p>
          <a:p>
            <a:endParaRPr lang="pt-PT" dirty="0"/>
          </a:p>
          <a:p>
            <a:r>
              <a:rPr lang="pt-PT" dirty="0"/>
              <a:t>Imagem: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171FEEB-6287-4974-D68C-17AC3ED2831B}"/>
              </a:ext>
            </a:extLst>
          </p:cNvPr>
          <p:cNvSpPr txBox="1"/>
          <p:nvPr/>
        </p:nvSpPr>
        <p:spPr>
          <a:xfrm>
            <a:off x="7860240" y="5896605"/>
            <a:ext cx="353785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Desfazer alterações e voltar atrás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2B3132C-B9CD-5DA2-A32E-44DC92ED45AC}"/>
              </a:ext>
            </a:extLst>
          </p:cNvPr>
          <p:cNvSpPr txBox="1"/>
          <p:nvPr/>
        </p:nvSpPr>
        <p:spPr>
          <a:xfrm>
            <a:off x="4333268" y="5896605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Confirmar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6B49A43-03A4-8927-AE78-066FCCC1C331}"/>
              </a:ext>
            </a:extLst>
          </p:cNvPr>
          <p:cNvSpPr txBox="1"/>
          <p:nvPr/>
        </p:nvSpPr>
        <p:spPr>
          <a:xfrm>
            <a:off x="4333267" y="2917446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nome)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476DD4A-5333-230D-FCFB-D8AC6F914587}"/>
              </a:ext>
            </a:extLst>
          </p:cNvPr>
          <p:cNvSpPr txBox="1"/>
          <p:nvPr/>
        </p:nvSpPr>
        <p:spPr>
          <a:xfrm>
            <a:off x="4333267" y="3472617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data)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47813B5-C0B0-EB4D-7372-FECD5A2EC46F}"/>
              </a:ext>
            </a:extLst>
          </p:cNvPr>
          <p:cNvSpPr txBox="1"/>
          <p:nvPr/>
        </p:nvSpPr>
        <p:spPr>
          <a:xfrm>
            <a:off x="4333267" y="4027788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importância)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A682271-7206-F0B6-40F8-335794C27C69}"/>
              </a:ext>
            </a:extLst>
          </p:cNvPr>
          <p:cNvSpPr txBox="1"/>
          <p:nvPr/>
        </p:nvSpPr>
        <p:spPr>
          <a:xfrm>
            <a:off x="4333267" y="4528532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peso)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065A6F5-0C58-54A2-1B57-4A37805B4E24}"/>
              </a:ext>
            </a:extLst>
          </p:cNvPr>
          <p:cNvSpPr txBox="1"/>
          <p:nvPr/>
        </p:nvSpPr>
        <p:spPr>
          <a:xfrm>
            <a:off x="4333266" y="5050279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preço)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43C08EC-529A-F8C8-FB6C-BDD3F6C006C2}"/>
              </a:ext>
            </a:extLst>
          </p:cNvPr>
          <p:cNvSpPr txBox="1"/>
          <p:nvPr/>
        </p:nvSpPr>
        <p:spPr>
          <a:xfrm>
            <a:off x="4333267" y="2413023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coleção)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5346364-98CE-6AA3-255B-346C4D6CD6A7}"/>
              </a:ext>
            </a:extLst>
          </p:cNvPr>
          <p:cNvSpPr txBox="1"/>
          <p:nvPr/>
        </p:nvSpPr>
        <p:spPr>
          <a:xfrm>
            <a:off x="2186786" y="5565434"/>
            <a:ext cx="1347990" cy="6677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</a:t>
            </a:r>
          </a:p>
          <a:p>
            <a:pPr algn="ctr"/>
            <a:r>
              <a:rPr lang="pt-PT" dirty="0"/>
              <a:t>imagem)</a:t>
            </a:r>
          </a:p>
        </p:txBody>
      </p:sp>
    </p:spTree>
    <p:extLst>
      <p:ext uri="{BB962C8B-B14F-4D97-AF65-F5344CB8AC3E}">
        <p14:creationId xmlns:p14="http://schemas.microsoft.com/office/powerpoint/2010/main" val="3460961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64B15-296A-81EE-4920-78CE7B0C8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E712489-55FF-0673-FCEC-CBB6C5A52914}"/>
              </a:ext>
            </a:extLst>
          </p:cNvPr>
          <p:cNvSpPr txBox="1"/>
          <p:nvPr/>
        </p:nvSpPr>
        <p:spPr>
          <a:xfrm>
            <a:off x="0" y="13418"/>
            <a:ext cx="12170530" cy="1784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FFFA201-8549-EF74-455A-FC9102DFEA5B}"/>
              </a:ext>
            </a:extLst>
          </p:cNvPr>
          <p:cNvSpPr txBox="1"/>
          <p:nvPr/>
        </p:nvSpPr>
        <p:spPr>
          <a:xfrm>
            <a:off x="1392115" y="1143000"/>
            <a:ext cx="3839307" cy="10550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308DD0-4D17-9114-24FC-47794517698C}"/>
              </a:ext>
            </a:extLst>
          </p:cNvPr>
          <p:cNvSpPr txBox="1"/>
          <p:nvPr/>
        </p:nvSpPr>
        <p:spPr>
          <a:xfrm>
            <a:off x="-5861" y="14653"/>
            <a:ext cx="12171483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sz="2400" dirty="0"/>
          </a:p>
          <a:p>
            <a:r>
              <a:rPr lang="pt-PT" sz="2400" dirty="0"/>
              <a:t>      LOGO      BARRA DE PESQUISA      PERFIL</a:t>
            </a:r>
            <a:endParaRPr lang="pt-PT" dirty="0"/>
          </a:p>
          <a:p>
            <a:endParaRPr lang="pt-PT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26D8E64-FAE4-67A8-986C-EB6020EA9D95}"/>
              </a:ext>
            </a:extLst>
          </p:cNvPr>
          <p:cNvSpPr txBox="1"/>
          <p:nvPr/>
        </p:nvSpPr>
        <p:spPr>
          <a:xfrm>
            <a:off x="309788" y="2110247"/>
            <a:ext cx="52753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Editar item X: </a:t>
            </a:r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803CDDA-DF5C-2A85-FB5A-93A751593803}"/>
              </a:ext>
            </a:extLst>
          </p:cNvPr>
          <p:cNvSpPr txBox="1"/>
          <p:nvPr/>
        </p:nvSpPr>
        <p:spPr>
          <a:xfrm>
            <a:off x="2094" y="1547445"/>
            <a:ext cx="1217776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dirty="0"/>
              <a:t>Cartas   Veículos   Livros   Bonecos Miniatura   Militares  Eventos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ADF474C-C20E-9B83-3D37-1E6AF8A0B999}"/>
              </a:ext>
            </a:extLst>
          </p:cNvPr>
          <p:cNvSpPr txBox="1"/>
          <p:nvPr/>
        </p:nvSpPr>
        <p:spPr>
          <a:xfrm>
            <a:off x="-3769" y="6490817"/>
            <a:ext cx="121811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Desenvolvedores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1FCD309-3241-D50C-7E65-0A729FE1CAA6}"/>
              </a:ext>
            </a:extLst>
          </p:cNvPr>
          <p:cNvSpPr txBox="1"/>
          <p:nvPr/>
        </p:nvSpPr>
        <p:spPr>
          <a:xfrm>
            <a:off x="786505" y="2476177"/>
            <a:ext cx="4025533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Coleção:</a:t>
            </a:r>
          </a:p>
          <a:p>
            <a:endParaRPr lang="pt-PT" dirty="0"/>
          </a:p>
          <a:p>
            <a:r>
              <a:rPr lang="pt-PT" dirty="0"/>
              <a:t>Nome: </a:t>
            </a:r>
          </a:p>
          <a:p>
            <a:pPr algn="l"/>
            <a:endParaRPr lang="pt-PT" dirty="0"/>
          </a:p>
          <a:p>
            <a:r>
              <a:rPr lang="pt-PT" dirty="0"/>
              <a:t>Data em que foi adquirido:</a:t>
            </a:r>
          </a:p>
          <a:p>
            <a:endParaRPr lang="pt-PT" dirty="0"/>
          </a:p>
          <a:p>
            <a:r>
              <a:rPr lang="pt-PT" dirty="0"/>
              <a:t>Importância:</a:t>
            </a:r>
          </a:p>
          <a:p>
            <a:endParaRPr lang="pt-PT" dirty="0"/>
          </a:p>
          <a:p>
            <a:r>
              <a:rPr lang="pt-PT" dirty="0"/>
              <a:t>Peso:</a:t>
            </a:r>
          </a:p>
          <a:p>
            <a:endParaRPr lang="pt-PT" dirty="0"/>
          </a:p>
          <a:p>
            <a:r>
              <a:rPr lang="pt-PT" dirty="0"/>
              <a:t>Preço:</a:t>
            </a:r>
          </a:p>
          <a:p>
            <a:endParaRPr lang="pt-PT" dirty="0"/>
          </a:p>
          <a:p>
            <a:r>
              <a:rPr lang="pt-PT" dirty="0"/>
              <a:t>Imagem: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CABA348-774C-F4B1-9F72-5E4F25BA2BB9}"/>
              </a:ext>
            </a:extLst>
          </p:cNvPr>
          <p:cNvSpPr txBox="1"/>
          <p:nvPr/>
        </p:nvSpPr>
        <p:spPr>
          <a:xfrm>
            <a:off x="7860240" y="5778548"/>
            <a:ext cx="353785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Desfazer alterações e voltar atrás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10B33BA-1527-F53B-1EFA-2C784C910666}"/>
              </a:ext>
            </a:extLst>
          </p:cNvPr>
          <p:cNvSpPr txBox="1"/>
          <p:nvPr/>
        </p:nvSpPr>
        <p:spPr>
          <a:xfrm>
            <a:off x="4333268" y="5778548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Confirmar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6C30233-7A2A-98B5-B2BA-4E46F7E6D4A1}"/>
              </a:ext>
            </a:extLst>
          </p:cNvPr>
          <p:cNvSpPr txBox="1"/>
          <p:nvPr/>
        </p:nvSpPr>
        <p:spPr>
          <a:xfrm>
            <a:off x="4333267" y="3046234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novo nome)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26239AE-4D8B-A095-BC7B-914711D53EB7}"/>
              </a:ext>
            </a:extLst>
          </p:cNvPr>
          <p:cNvSpPr txBox="1"/>
          <p:nvPr/>
        </p:nvSpPr>
        <p:spPr>
          <a:xfrm>
            <a:off x="4333267" y="3601405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nova data)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DFD5071-3FBA-FB0B-D0F1-8E475515BAA4}"/>
              </a:ext>
            </a:extLst>
          </p:cNvPr>
          <p:cNvSpPr txBox="1"/>
          <p:nvPr/>
        </p:nvSpPr>
        <p:spPr>
          <a:xfrm>
            <a:off x="4333267" y="4156577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nova importância)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3A02E99-E6F7-0709-41EE-77331F259EE1}"/>
              </a:ext>
            </a:extLst>
          </p:cNvPr>
          <p:cNvSpPr txBox="1"/>
          <p:nvPr/>
        </p:nvSpPr>
        <p:spPr>
          <a:xfrm>
            <a:off x="4333267" y="4657320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novo peso)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79ADA4D-2914-ACC5-B50F-E0D159185C6B}"/>
              </a:ext>
            </a:extLst>
          </p:cNvPr>
          <p:cNvSpPr txBox="1"/>
          <p:nvPr/>
        </p:nvSpPr>
        <p:spPr>
          <a:xfrm>
            <a:off x="4333266" y="5125405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novo preço)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0979C37-1AF8-9374-9A0A-7824B4111856}"/>
              </a:ext>
            </a:extLst>
          </p:cNvPr>
          <p:cNvSpPr txBox="1"/>
          <p:nvPr/>
        </p:nvSpPr>
        <p:spPr>
          <a:xfrm>
            <a:off x="4333267" y="2541812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coleção)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7034FD5-0D97-510C-D413-3667E3E6EBE2}"/>
              </a:ext>
            </a:extLst>
          </p:cNvPr>
          <p:cNvSpPr txBox="1"/>
          <p:nvPr/>
        </p:nvSpPr>
        <p:spPr>
          <a:xfrm>
            <a:off x="2272645" y="5318589"/>
            <a:ext cx="134799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nova </a:t>
            </a:r>
          </a:p>
          <a:p>
            <a:pPr algn="ctr"/>
            <a:r>
              <a:rPr lang="pt-PT" dirty="0"/>
              <a:t>imagem)</a:t>
            </a:r>
          </a:p>
        </p:txBody>
      </p:sp>
    </p:spTree>
    <p:extLst>
      <p:ext uri="{BB962C8B-B14F-4D97-AF65-F5344CB8AC3E}">
        <p14:creationId xmlns:p14="http://schemas.microsoft.com/office/powerpoint/2010/main" val="1959199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DDA4B-4C6B-AF41-B441-676242743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C2261E1-8357-1710-56AA-8E59EC524922}"/>
              </a:ext>
            </a:extLst>
          </p:cNvPr>
          <p:cNvSpPr txBox="1"/>
          <p:nvPr/>
        </p:nvSpPr>
        <p:spPr>
          <a:xfrm>
            <a:off x="0" y="13418"/>
            <a:ext cx="12170530" cy="1784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E379000-B6B6-0728-3350-280B74EB053C}"/>
              </a:ext>
            </a:extLst>
          </p:cNvPr>
          <p:cNvSpPr txBox="1"/>
          <p:nvPr/>
        </p:nvSpPr>
        <p:spPr>
          <a:xfrm>
            <a:off x="1392115" y="1143000"/>
            <a:ext cx="3839307" cy="10550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57BF824-27B1-DBC5-4CB2-128EC8715F21}"/>
              </a:ext>
            </a:extLst>
          </p:cNvPr>
          <p:cNvSpPr txBox="1"/>
          <p:nvPr/>
        </p:nvSpPr>
        <p:spPr>
          <a:xfrm>
            <a:off x="-5861" y="14653"/>
            <a:ext cx="12171483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sz="2400" dirty="0"/>
          </a:p>
          <a:p>
            <a:r>
              <a:rPr lang="pt-PT" sz="2400" dirty="0"/>
              <a:t>      LOGO      BARRA DE PESQUISA      PERFIL</a:t>
            </a:r>
            <a:endParaRPr lang="pt-PT" dirty="0"/>
          </a:p>
          <a:p>
            <a:endParaRPr lang="pt-PT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AA67B5B-24CE-1BDC-4003-3E3FC7FA45DC}"/>
              </a:ext>
            </a:extLst>
          </p:cNvPr>
          <p:cNvSpPr txBox="1"/>
          <p:nvPr/>
        </p:nvSpPr>
        <p:spPr>
          <a:xfrm>
            <a:off x="717619" y="2292698"/>
            <a:ext cx="52753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Evento X: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387BA72-1619-103D-D8C7-49326F4A7A96}"/>
              </a:ext>
            </a:extLst>
          </p:cNvPr>
          <p:cNvSpPr txBox="1"/>
          <p:nvPr/>
        </p:nvSpPr>
        <p:spPr>
          <a:xfrm>
            <a:off x="2094" y="1547445"/>
            <a:ext cx="1217776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dirty="0"/>
              <a:t>Cartas   Veículos   Livros   Bonecos Miniatura   Militares  Eventos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CE31881-6226-1741-BF5E-B488709D9CA8}"/>
              </a:ext>
            </a:extLst>
          </p:cNvPr>
          <p:cNvSpPr txBox="1"/>
          <p:nvPr/>
        </p:nvSpPr>
        <p:spPr>
          <a:xfrm>
            <a:off x="-3769" y="6490817"/>
            <a:ext cx="121811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Desenvolvedores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E4691B8-532B-65F5-F652-FFE3CBC8B5BE}"/>
              </a:ext>
            </a:extLst>
          </p:cNvPr>
          <p:cNvSpPr txBox="1"/>
          <p:nvPr/>
        </p:nvSpPr>
        <p:spPr>
          <a:xfrm>
            <a:off x="925872" y="3059405"/>
            <a:ext cx="4025533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Nome: </a:t>
            </a:r>
          </a:p>
          <a:p>
            <a:pPr algn="l"/>
            <a:endParaRPr lang="pt-PT" dirty="0"/>
          </a:p>
          <a:p>
            <a:r>
              <a:rPr lang="pt-PT" dirty="0"/>
              <a:t>Localização:</a:t>
            </a:r>
          </a:p>
          <a:p>
            <a:endParaRPr lang="pt-PT" dirty="0"/>
          </a:p>
          <a:p>
            <a:r>
              <a:rPr lang="pt-PT" dirty="0"/>
              <a:t>Data:</a:t>
            </a:r>
          </a:p>
          <a:p>
            <a:endParaRPr lang="pt-PT" dirty="0"/>
          </a:p>
          <a:p>
            <a:r>
              <a:rPr lang="pt-PT" dirty="0"/>
              <a:t>Preço do bilhete:</a:t>
            </a:r>
          </a:p>
          <a:p>
            <a:endParaRPr lang="pt-PT" dirty="0"/>
          </a:p>
          <a:p>
            <a:r>
              <a:rPr lang="pt-PT" dirty="0"/>
              <a:t>Descrição: 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9043933-4A9D-0434-6D34-D9D7791C41AE}"/>
              </a:ext>
            </a:extLst>
          </p:cNvPr>
          <p:cNvSpPr txBox="1"/>
          <p:nvPr/>
        </p:nvSpPr>
        <p:spPr>
          <a:xfrm>
            <a:off x="8654897" y="5684104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Eliminar evento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1D7B2C9-B828-E4B5-62D7-4D4421DBE7EF}"/>
              </a:ext>
            </a:extLst>
          </p:cNvPr>
          <p:cNvSpPr txBox="1"/>
          <p:nvPr/>
        </p:nvSpPr>
        <p:spPr>
          <a:xfrm>
            <a:off x="8654897" y="5083090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Editar evento</a:t>
            </a:r>
          </a:p>
        </p:txBody>
      </p:sp>
    </p:spTree>
    <p:extLst>
      <p:ext uri="{BB962C8B-B14F-4D97-AF65-F5344CB8AC3E}">
        <p14:creationId xmlns:p14="http://schemas.microsoft.com/office/powerpoint/2010/main" val="698231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4B90F-F6E3-D9CE-06F5-62BD52FA6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D0E273B-6AEA-3544-3F51-4EA81F9964D0}"/>
              </a:ext>
            </a:extLst>
          </p:cNvPr>
          <p:cNvSpPr txBox="1"/>
          <p:nvPr/>
        </p:nvSpPr>
        <p:spPr>
          <a:xfrm>
            <a:off x="0" y="13418"/>
            <a:ext cx="12170530" cy="1784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CC2105A-E29C-CAFD-DB8F-51BD80E63060}"/>
              </a:ext>
            </a:extLst>
          </p:cNvPr>
          <p:cNvSpPr txBox="1"/>
          <p:nvPr/>
        </p:nvSpPr>
        <p:spPr>
          <a:xfrm>
            <a:off x="1392115" y="1143000"/>
            <a:ext cx="3839307" cy="10550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B550872-9121-D274-124D-83E97FE98DB4}"/>
              </a:ext>
            </a:extLst>
          </p:cNvPr>
          <p:cNvSpPr txBox="1"/>
          <p:nvPr/>
        </p:nvSpPr>
        <p:spPr>
          <a:xfrm>
            <a:off x="-5861" y="14653"/>
            <a:ext cx="12171483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sz="2400" dirty="0"/>
          </a:p>
          <a:p>
            <a:r>
              <a:rPr lang="pt-PT" sz="2400" dirty="0"/>
              <a:t>      LOGO      BARRA DE PESQUISA      PERFIL</a:t>
            </a:r>
            <a:endParaRPr lang="pt-PT" dirty="0"/>
          </a:p>
          <a:p>
            <a:endParaRPr lang="pt-PT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B4AA27F-D657-82DA-6BBA-D8922C25C336}"/>
              </a:ext>
            </a:extLst>
          </p:cNvPr>
          <p:cNvSpPr txBox="1"/>
          <p:nvPr/>
        </p:nvSpPr>
        <p:spPr>
          <a:xfrm>
            <a:off x="717619" y="2292698"/>
            <a:ext cx="52753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Adicionar novo evento: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7E90A75-46AC-62D0-3991-6056DE753311}"/>
              </a:ext>
            </a:extLst>
          </p:cNvPr>
          <p:cNvSpPr txBox="1"/>
          <p:nvPr/>
        </p:nvSpPr>
        <p:spPr>
          <a:xfrm>
            <a:off x="2094" y="1547445"/>
            <a:ext cx="1217776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dirty="0"/>
              <a:t>Cartas   Veículos   Livros   Bonecos Miniatura   Militares  Eventos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FB4B86-F6CD-4619-A94B-C84544A2CB92}"/>
              </a:ext>
            </a:extLst>
          </p:cNvPr>
          <p:cNvSpPr txBox="1"/>
          <p:nvPr/>
        </p:nvSpPr>
        <p:spPr>
          <a:xfrm>
            <a:off x="-3769" y="6490817"/>
            <a:ext cx="121811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Desenvolvedores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F516916-69F2-F0B4-266E-C514D04F42FD}"/>
              </a:ext>
            </a:extLst>
          </p:cNvPr>
          <p:cNvSpPr txBox="1"/>
          <p:nvPr/>
        </p:nvSpPr>
        <p:spPr>
          <a:xfrm>
            <a:off x="925872" y="3059405"/>
            <a:ext cx="4025533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Nome: </a:t>
            </a:r>
          </a:p>
          <a:p>
            <a:pPr algn="l"/>
            <a:endParaRPr lang="pt-PT" dirty="0"/>
          </a:p>
          <a:p>
            <a:r>
              <a:rPr lang="pt-PT" dirty="0"/>
              <a:t>Localização:</a:t>
            </a:r>
          </a:p>
          <a:p>
            <a:endParaRPr lang="pt-PT" dirty="0"/>
          </a:p>
          <a:p>
            <a:r>
              <a:rPr lang="pt-PT" dirty="0"/>
              <a:t>Data:</a:t>
            </a:r>
          </a:p>
          <a:p>
            <a:endParaRPr lang="pt-PT" dirty="0"/>
          </a:p>
          <a:p>
            <a:r>
              <a:rPr lang="pt-PT" dirty="0"/>
              <a:t>Preço do bilhete:</a:t>
            </a:r>
          </a:p>
          <a:p>
            <a:endParaRPr lang="pt-PT" dirty="0"/>
          </a:p>
          <a:p>
            <a:r>
              <a:rPr lang="pt-PT" dirty="0"/>
              <a:t>Descrição: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FAA61D-B238-1E38-D640-822EB493377D}"/>
              </a:ext>
            </a:extLst>
          </p:cNvPr>
          <p:cNvSpPr txBox="1"/>
          <p:nvPr/>
        </p:nvSpPr>
        <p:spPr>
          <a:xfrm>
            <a:off x="7860240" y="5789894"/>
            <a:ext cx="353785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Desfazer alterações e voltar atrás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49B77B2-51BC-A9CD-68D1-C4381F43A565}"/>
              </a:ext>
            </a:extLst>
          </p:cNvPr>
          <p:cNvSpPr txBox="1"/>
          <p:nvPr/>
        </p:nvSpPr>
        <p:spPr>
          <a:xfrm>
            <a:off x="4333268" y="5789894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Confirmar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A1182E8-7F6E-A8B2-7B19-8AA7C15CC637}"/>
              </a:ext>
            </a:extLst>
          </p:cNvPr>
          <p:cNvSpPr txBox="1"/>
          <p:nvPr/>
        </p:nvSpPr>
        <p:spPr>
          <a:xfrm>
            <a:off x="3212039" y="3060646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nome)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DB1AAD5-ED4C-5A22-6C64-47A2942E0114}"/>
              </a:ext>
            </a:extLst>
          </p:cNvPr>
          <p:cNvSpPr txBox="1"/>
          <p:nvPr/>
        </p:nvSpPr>
        <p:spPr>
          <a:xfrm>
            <a:off x="3212039" y="3615817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localização)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DFAC2F5-4E01-57A6-836F-35CD317806B3}"/>
              </a:ext>
            </a:extLst>
          </p:cNvPr>
          <p:cNvSpPr txBox="1"/>
          <p:nvPr/>
        </p:nvSpPr>
        <p:spPr>
          <a:xfrm>
            <a:off x="3212039" y="4192760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data)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4609151-7979-D31F-676F-C6A50136D8E2}"/>
              </a:ext>
            </a:extLst>
          </p:cNvPr>
          <p:cNvSpPr txBox="1"/>
          <p:nvPr/>
        </p:nvSpPr>
        <p:spPr>
          <a:xfrm>
            <a:off x="3212039" y="4726160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preço)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067A50F-083E-38B0-FD77-9D892E3E58CB}"/>
              </a:ext>
            </a:extLst>
          </p:cNvPr>
          <p:cNvSpPr txBox="1"/>
          <p:nvPr/>
        </p:nvSpPr>
        <p:spPr>
          <a:xfrm>
            <a:off x="3212039" y="5284244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descrição)</a:t>
            </a:r>
          </a:p>
        </p:txBody>
      </p:sp>
    </p:spTree>
    <p:extLst>
      <p:ext uri="{BB962C8B-B14F-4D97-AF65-F5344CB8AC3E}">
        <p14:creationId xmlns:p14="http://schemas.microsoft.com/office/powerpoint/2010/main" val="555068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77072-E9DF-D124-1847-871857CA3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D7B3734-41AF-5D38-8393-A3F808A19489}"/>
              </a:ext>
            </a:extLst>
          </p:cNvPr>
          <p:cNvSpPr txBox="1"/>
          <p:nvPr/>
        </p:nvSpPr>
        <p:spPr>
          <a:xfrm>
            <a:off x="0" y="13418"/>
            <a:ext cx="12170530" cy="1784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AE858C8-A49D-9E23-518F-FB5B3ADDDA8A}"/>
              </a:ext>
            </a:extLst>
          </p:cNvPr>
          <p:cNvSpPr txBox="1"/>
          <p:nvPr/>
        </p:nvSpPr>
        <p:spPr>
          <a:xfrm>
            <a:off x="1392115" y="1143000"/>
            <a:ext cx="3839307" cy="10550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23A2D20-AB7D-5D32-F1B6-40CAA3B032FE}"/>
              </a:ext>
            </a:extLst>
          </p:cNvPr>
          <p:cNvSpPr txBox="1"/>
          <p:nvPr/>
        </p:nvSpPr>
        <p:spPr>
          <a:xfrm>
            <a:off x="-5861" y="14653"/>
            <a:ext cx="12171483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sz="2400" dirty="0"/>
          </a:p>
          <a:p>
            <a:r>
              <a:rPr lang="pt-PT" sz="2400" dirty="0"/>
              <a:t>      LOGO      BARRA DE PESQUISA      PERFIL</a:t>
            </a:r>
            <a:endParaRPr lang="pt-PT" dirty="0"/>
          </a:p>
          <a:p>
            <a:endParaRPr lang="pt-PT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52659E0-D9D3-DD85-01ED-F521DCE74692}"/>
              </a:ext>
            </a:extLst>
          </p:cNvPr>
          <p:cNvSpPr txBox="1"/>
          <p:nvPr/>
        </p:nvSpPr>
        <p:spPr>
          <a:xfrm>
            <a:off x="717619" y="2292698"/>
            <a:ext cx="52753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Editar evento X: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3CE35A5-8F35-2387-67FC-E0DA39E97469}"/>
              </a:ext>
            </a:extLst>
          </p:cNvPr>
          <p:cNvSpPr txBox="1"/>
          <p:nvPr/>
        </p:nvSpPr>
        <p:spPr>
          <a:xfrm>
            <a:off x="2094" y="1547445"/>
            <a:ext cx="1217776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dirty="0"/>
              <a:t>Cartas   Veículos   Livros   Bonecos Miniatura   Militares  Eventos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2A0F1E2-48FE-8C27-1077-07D1DF4699D5}"/>
              </a:ext>
            </a:extLst>
          </p:cNvPr>
          <p:cNvSpPr txBox="1"/>
          <p:nvPr/>
        </p:nvSpPr>
        <p:spPr>
          <a:xfrm>
            <a:off x="-3769" y="6490817"/>
            <a:ext cx="121811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Desenvolvedores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81E0827-7831-2069-9D91-C37F0F94CB44}"/>
              </a:ext>
            </a:extLst>
          </p:cNvPr>
          <p:cNvSpPr txBox="1"/>
          <p:nvPr/>
        </p:nvSpPr>
        <p:spPr>
          <a:xfrm>
            <a:off x="925872" y="2941349"/>
            <a:ext cx="4025533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Nome: </a:t>
            </a:r>
          </a:p>
          <a:p>
            <a:pPr algn="l"/>
            <a:endParaRPr lang="pt-PT" dirty="0"/>
          </a:p>
          <a:p>
            <a:r>
              <a:rPr lang="pt-PT" dirty="0"/>
              <a:t>Localização:</a:t>
            </a:r>
          </a:p>
          <a:p>
            <a:endParaRPr lang="pt-PT" dirty="0"/>
          </a:p>
          <a:p>
            <a:r>
              <a:rPr lang="pt-PT" dirty="0"/>
              <a:t>Data:</a:t>
            </a:r>
          </a:p>
          <a:p>
            <a:endParaRPr lang="pt-PT" dirty="0"/>
          </a:p>
          <a:p>
            <a:r>
              <a:rPr lang="pt-PT" dirty="0"/>
              <a:t>Preço do bilhete:</a:t>
            </a:r>
          </a:p>
          <a:p>
            <a:endParaRPr lang="pt-PT" dirty="0"/>
          </a:p>
          <a:p>
            <a:r>
              <a:rPr lang="pt-PT" dirty="0"/>
              <a:t>Descrição: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4E42802-4E52-B501-62CE-8917EA614F82}"/>
              </a:ext>
            </a:extLst>
          </p:cNvPr>
          <p:cNvSpPr txBox="1"/>
          <p:nvPr/>
        </p:nvSpPr>
        <p:spPr>
          <a:xfrm>
            <a:off x="7860240" y="5779161"/>
            <a:ext cx="353785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Desfazer alterações e voltar atrás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8EEF02D-9747-8AC4-0322-D4D785C07E94}"/>
              </a:ext>
            </a:extLst>
          </p:cNvPr>
          <p:cNvSpPr txBox="1"/>
          <p:nvPr/>
        </p:nvSpPr>
        <p:spPr>
          <a:xfrm>
            <a:off x="4333268" y="5779161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Confirmar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8120320-4FCF-870A-9997-1B23C7D2EB93}"/>
              </a:ext>
            </a:extLst>
          </p:cNvPr>
          <p:cNvSpPr txBox="1"/>
          <p:nvPr/>
        </p:nvSpPr>
        <p:spPr>
          <a:xfrm>
            <a:off x="3212039" y="2942590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novo nome)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ABD15FA-01B6-210C-A970-3DCC45700A55}"/>
              </a:ext>
            </a:extLst>
          </p:cNvPr>
          <p:cNvSpPr txBox="1"/>
          <p:nvPr/>
        </p:nvSpPr>
        <p:spPr>
          <a:xfrm>
            <a:off x="3212039" y="3497761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nova localização)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270C2CA-D9D1-55AC-287C-A0A31C440382}"/>
              </a:ext>
            </a:extLst>
          </p:cNvPr>
          <p:cNvSpPr txBox="1"/>
          <p:nvPr/>
        </p:nvSpPr>
        <p:spPr>
          <a:xfrm>
            <a:off x="3212039" y="4074704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nova data)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3E6B070-99AD-4041-760B-3F4DDC962388}"/>
              </a:ext>
            </a:extLst>
          </p:cNvPr>
          <p:cNvSpPr txBox="1"/>
          <p:nvPr/>
        </p:nvSpPr>
        <p:spPr>
          <a:xfrm>
            <a:off x="3212039" y="4608104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novo preço)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11F19A0-0CF7-063D-E3E6-EA048AFC3DEA}"/>
              </a:ext>
            </a:extLst>
          </p:cNvPr>
          <p:cNvSpPr txBox="1"/>
          <p:nvPr/>
        </p:nvSpPr>
        <p:spPr>
          <a:xfrm>
            <a:off x="3212039" y="5166188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(inserir nova descrição)</a:t>
            </a:r>
          </a:p>
        </p:txBody>
      </p:sp>
    </p:spTree>
    <p:extLst>
      <p:ext uri="{BB962C8B-B14F-4D97-AF65-F5344CB8AC3E}">
        <p14:creationId xmlns:p14="http://schemas.microsoft.com/office/powerpoint/2010/main" val="771149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CD630-93B9-4DE8-1534-5B06324B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139ABB5-3B7F-6DC7-B8E0-CB2CCC82A5F9}"/>
              </a:ext>
            </a:extLst>
          </p:cNvPr>
          <p:cNvSpPr txBox="1"/>
          <p:nvPr/>
        </p:nvSpPr>
        <p:spPr>
          <a:xfrm>
            <a:off x="0" y="13418"/>
            <a:ext cx="12170530" cy="1784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E08AF39-32D4-B3AB-E320-A35B78EA1147}"/>
              </a:ext>
            </a:extLst>
          </p:cNvPr>
          <p:cNvSpPr txBox="1"/>
          <p:nvPr/>
        </p:nvSpPr>
        <p:spPr>
          <a:xfrm>
            <a:off x="1392115" y="1143000"/>
            <a:ext cx="3839307" cy="10550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1D1306E-09AD-E813-4C9E-BDA7EE6226A0}"/>
              </a:ext>
            </a:extLst>
          </p:cNvPr>
          <p:cNvSpPr txBox="1"/>
          <p:nvPr/>
        </p:nvSpPr>
        <p:spPr>
          <a:xfrm>
            <a:off x="-5861" y="14653"/>
            <a:ext cx="12171483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sz="2400" dirty="0"/>
          </a:p>
          <a:p>
            <a:r>
              <a:rPr lang="pt-PT" sz="2400" dirty="0"/>
              <a:t>      LOGO      BARRA DE PESQUISA      PERFIL</a:t>
            </a:r>
            <a:endParaRPr lang="pt-PT" dirty="0"/>
          </a:p>
          <a:p>
            <a:endParaRPr lang="pt-PT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7A6906F-3ECC-04FA-90DF-97FBDDF7CFE4}"/>
              </a:ext>
            </a:extLst>
          </p:cNvPr>
          <p:cNvSpPr txBox="1"/>
          <p:nvPr/>
        </p:nvSpPr>
        <p:spPr>
          <a:xfrm>
            <a:off x="545901" y="2206839"/>
            <a:ext cx="52753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Minhas coleções: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E739B7B-9086-C093-63E2-5170592BD095}"/>
              </a:ext>
            </a:extLst>
          </p:cNvPr>
          <p:cNvSpPr txBox="1"/>
          <p:nvPr/>
        </p:nvSpPr>
        <p:spPr>
          <a:xfrm>
            <a:off x="2094" y="1547445"/>
            <a:ext cx="1217776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dirty="0"/>
              <a:t>Cartas   Veículos   Livros   Bonecos Miniatura   Militares  Eventos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7CEE07F-FA78-AEF9-6450-4E50A9F7F38A}"/>
              </a:ext>
            </a:extLst>
          </p:cNvPr>
          <p:cNvSpPr txBox="1"/>
          <p:nvPr/>
        </p:nvSpPr>
        <p:spPr>
          <a:xfrm>
            <a:off x="-3769" y="6490817"/>
            <a:ext cx="121811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Desenvolvedores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D91D661-9E35-0CFA-4B22-C100FB864F27}"/>
              </a:ext>
            </a:extLst>
          </p:cNvPr>
          <p:cNvSpPr txBox="1"/>
          <p:nvPr/>
        </p:nvSpPr>
        <p:spPr>
          <a:xfrm>
            <a:off x="8670695" y="2473900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Adicionar coleção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635A197-FC8D-7DFC-6980-1798265425BC}"/>
              </a:ext>
            </a:extLst>
          </p:cNvPr>
          <p:cNvSpPr txBox="1"/>
          <p:nvPr/>
        </p:nvSpPr>
        <p:spPr>
          <a:xfrm>
            <a:off x="912254" y="2656268"/>
            <a:ext cx="7759521" cy="38318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500"/>
              </a:lnSpc>
            </a:pPr>
            <a:r>
              <a:rPr lang="pt-PT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 1 (</a:t>
            </a:r>
            <a:r>
              <a:rPr lang="pt-PT" b="0" i="0" u="none" strike="noStrike" baseline="0" err="1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clicavel</a:t>
            </a:r>
            <a:r>
              <a:rPr lang="pt-PT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)</a:t>
            </a:r>
            <a:r>
              <a:rPr lang="en-US" b="0" i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>
              <a:lnSpc>
                <a:spcPts val="1500"/>
              </a:lnSpc>
            </a:pPr>
            <a:endParaRPr lang="en-US" dirty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>
              <a:lnSpc>
                <a:spcPts val="1500"/>
              </a:lnSpc>
            </a:pPr>
            <a:r>
              <a:rPr lang="pt-PT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Descrição da coleção 1</a:t>
            </a:r>
            <a:endParaRPr lang="pt-PT" b="0" i="0" dirty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>
              <a:lnSpc>
                <a:spcPts val="1500"/>
              </a:lnSpc>
            </a:pPr>
            <a:endParaRPr lang="pt-PT" dirty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 algn="l" rtl="0">
              <a:lnSpc>
                <a:spcPts val="1500"/>
              </a:lnSpc>
            </a:pPr>
            <a:r>
              <a:rPr lang="pt-PT" b="0" i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500"/>
              </a:lnSpc>
            </a:pPr>
            <a:r>
              <a:rPr lang="pt-PT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 2 (</a:t>
            </a:r>
            <a:r>
              <a:rPr lang="pt-PT" b="0" i="0" u="none" strike="noStrike" baseline="0" err="1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clicavel</a:t>
            </a:r>
            <a:r>
              <a:rPr lang="pt-PT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)</a:t>
            </a:r>
            <a:r>
              <a:rPr lang="en-US" b="0" i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>
              <a:lnSpc>
                <a:spcPts val="1500"/>
              </a:lnSpc>
            </a:pPr>
            <a:endParaRPr lang="en-US" dirty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>
              <a:lnSpc>
                <a:spcPts val="1500"/>
              </a:lnSpc>
            </a:pPr>
            <a:r>
              <a:rPr lang="pt-PT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Descrição </a:t>
            </a:r>
            <a:r>
              <a:rPr lang="pt-PT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da </a:t>
            </a:r>
            <a:r>
              <a:rPr lang="pt-PT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coleção 2</a:t>
            </a:r>
            <a:endParaRPr lang="en-US">
              <a:cs typeface="Segoe UI"/>
            </a:endParaRPr>
          </a:p>
          <a:p>
            <a:pPr>
              <a:lnSpc>
                <a:spcPts val="1500"/>
              </a:lnSpc>
            </a:pPr>
            <a:endParaRPr lang="pt-PT" dirty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 algn="l" rtl="0">
              <a:lnSpc>
                <a:spcPts val="1500"/>
              </a:lnSpc>
            </a:pPr>
            <a:r>
              <a:rPr lang="pt-PT" b="0" i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500"/>
              </a:lnSpc>
            </a:pPr>
            <a:r>
              <a:rPr lang="pt-PT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 3 (</a:t>
            </a:r>
            <a:r>
              <a:rPr lang="pt-PT" b="0" i="0" u="none" strike="noStrike" baseline="0" err="1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clicavel</a:t>
            </a:r>
            <a:r>
              <a:rPr lang="pt-PT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)</a:t>
            </a:r>
            <a:r>
              <a:rPr lang="en-US" b="0" i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>
              <a:lnSpc>
                <a:spcPts val="1500"/>
              </a:lnSpc>
            </a:pPr>
            <a:endParaRPr lang="en-US" dirty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>
              <a:lnSpc>
                <a:spcPts val="1500"/>
              </a:lnSpc>
            </a:pPr>
            <a:r>
              <a:rPr lang="pt-PT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Descrição </a:t>
            </a:r>
            <a:r>
              <a:rPr lang="pt-PT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da </a:t>
            </a:r>
            <a:r>
              <a:rPr lang="pt-PT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coleção 3</a:t>
            </a:r>
            <a:endParaRPr lang="en-US"/>
          </a:p>
          <a:p>
            <a:pPr>
              <a:lnSpc>
                <a:spcPts val="1500"/>
              </a:lnSpc>
            </a:pPr>
            <a:endParaRPr lang="pt-PT" dirty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 algn="l" rtl="0">
              <a:lnSpc>
                <a:spcPts val="1500"/>
              </a:lnSpc>
            </a:pPr>
            <a:r>
              <a:rPr lang="pt-PT" b="0" i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500"/>
              </a:lnSpc>
            </a:pPr>
            <a:r>
              <a:rPr lang="pt-PT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 4 (</a:t>
            </a:r>
            <a:r>
              <a:rPr lang="pt-PT" b="0" i="0" u="none" strike="noStrike" baseline="0" err="1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clicavel</a:t>
            </a:r>
            <a:r>
              <a:rPr lang="pt-PT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)</a:t>
            </a:r>
            <a:r>
              <a:rPr lang="en-US" b="0" i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>
              <a:lnSpc>
                <a:spcPts val="1500"/>
              </a:lnSpc>
            </a:pPr>
            <a:endParaRPr lang="en-US" dirty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>
              <a:lnSpc>
                <a:spcPts val="1500"/>
              </a:lnSpc>
            </a:pPr>
            <a:r>
              <a:rPr lang="pt-PT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Descrição </a:t>
            </a:r>
            <a:r>
              <a:rPr lang="pt-PT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da </a:t>
            </a:r>
            <a:r>
              <a:rPr lang="pt-PT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coleção 4</a:t>
            </a:r>
            <a:endParaRPr lang="pt-PT" dirty="0"/>
          </a:p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616521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F07EA-B4A6-A56C-6FAE-21B9A586C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F292FDB-09FE-E558-60EC-DAC05A919F1A}"/>
              </a:ext>
            </a:extLst>
          </p:cNvPr>
          <p:cNvSpPr txBox="1"/>
          <p:nvPr/>
        </p:nvSpPr>
        <p:spPr>
          <a:xfrm>
            <a:off x="0" y="13418"/>
            <a:ext cx="12170530" cy="1784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113EDD0-E30A-CF71-9660-2AC62678C23A}"/>
              </a:ext>
            </a:extLst>
          </p:cNvPr>
          <p:cNvSpPr txBox="1"/>
          <p:nvPr/>
        </p:nvSpPr>
        <p:spPr>
          <a:xfrm>
            <a:off x="1392115" y="1143000"/>
            <a:ext cx="3839307" cy="10550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B3D4AA-2892-DA06-4243-BAFFA7B4EC38}"/>
              </a:ext>
            </a:extLst>
          </p:cNvPr>
          <p:cNvSpPr txBox="1"/>
          <p:nvPr/>
        </p:nvSpPr>
        <p:spPr>
          <a:xfrm>
            <a:off x="-5861" y="14653"/>
            <a:ext cx="12171483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PT" sz="2400" dirty="0"/>
          </a:p>
          <a:p>
            <a:r>
              <a:rPr lang="pt-PT" sz="2400" dirty="0"/>
              <a:t>      LOGO      BARRA DE PESQUISA      PERFIL</a:t>
            </a:r>
            <a:endParaRPr lang="pt-PT" dirty="0"/>
          </a:p>
          <a:p>
            <a:endParaRPr lang="pt-PT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F24F94-B0F4-DD28-3230-813585C20CDA}"/>
              </a:ext>
            </a:extLst>
          </p:cNvPr>
          <p:cNvSpPr txBox="1"/>
          <p:nvPr/>
        </p:nvSpPr>
        <p:spPr>
          <a:xfrm>
            <a:off x="545901" y="2206839"/>
            <a:ext cx="52753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dirty="0"/>
              <a:t>Coleção do tipo Cartas: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AA713FB-6E84-6A0E-1479-3FD60F3B5626}"/>
              </a:ext>
            </a:extLst>
          </p:cNvPr>
          <p:cNvSpPr txBox="1"/>
          <p:nvPr/>
        </p:nvSpPr>
        <p:spPr>
          <a:xfrm>
            <a:off x="2094" y="1547445"/>
            <a:ext cx="12177764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dirty="0"/>
              <a:t>Cartas   Veículos   Livros   Bonecos Miniatura   Militares  Eventos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B832F93-A648-8FA6-B9A5-CB6C1B6CB8A7}"/>
              </a:ext>
            </a:extLst>
          </p:cNvPr>
          <p:cNvSpPr txBox="1"/>
          <p:nvPr/>
        </p:nvSpPr>
        <p:spPr>
          <a:xfrm>
            <a:off x="-3769" y="6490817"/>
            <a:ext cx="121811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Desenvolvedores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A30F8CE-A9AA-1ED6-22C3-E1E4E7135840}"/>
              </a:ext>
            </a:extLst>
          </p:cNvPr>
          <p:cNvSpPr txBox="1"/>
          <p:nvPr/>
        </p:nvSpPr>
        <p:spPr>
          <a:xfrm>
            <a:off x="8670695" y="2473900"/>
            <a:ext cx="274320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dirty="0"/>
              <a:t>Adicionar coleção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800C7FE-1BB7-EF10-9D4F-BF10E2DBB0A7}"/>
              </a:ext>
            </a:extLst>
          </p:cNvPr>
          <p:cNvSpPr txBox="1"/>
          <p:nvPr/>
        </p:nvSpPr>
        <p:spPr>
          <a:xfrm>
            <a:off x="912254" y="2656268"/>
            <a:ext cx="7759521" cy="38318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500"/>
              </a:lnSpc>
            </a:pPr>
            <a:r>
              <a:rPr lang="pt-PT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 1 (</a:t>
            </a:r>
            <a:r>
              <a:rPr lang="pt-PT" b="0" i="0" u="none" strike="noStrike" baseline="0" err="1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clicavel</a:t>
            </a:r>
            <a:r>
              <a:rPr lang="pt-PT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)</a:t>
            </a:r>
            <a:r>
              <a:rPr lang="en-US" b="0" i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>
              <a:lnSpc>
                <a:spcPts val="1500"/>
              </a:lnSpc>
            </a:pPr>
            <a:endParaRPr lang="en-US" dirty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>
              <a:lnSpc>
                <a:spcPts val="1500"/>
              </a:lnSpc>
            </a:pPr>
            <a:r>
              <a:rPr lang="pt-PT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Descrição da coleção 1</a:t>
            </a:r>
            <a:endParaRPr lang="pt-PT" b="0" i="0" dirty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>
              <a:lnSpc>
                <a:spcPts val="1500"/>
              </a:lnSpc>
            </a:pPr>
            <a:endParaRPr lang="pt-PT" dirty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 algn="l" rtl="0">
              <a:lnSpc>
                <a:spcPts val="1500"/>
              </a:lnSpc>
            </a:pPr>
            <a:r>
              <a:rPr lang="pt-PT" b="0" i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500"/>
              </a:lnSpc>
            </a:pPr>
            <a:r>
              <a:rPr lang="pt-PT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 2 (</a:t>
            </a:r>
            <a:r>
              <a:rPr lang="pt-PT" b="0" i="0" u="none" strike="noStrike" baseline="0" err="1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clicavel</a:t>
            </a:r>
            <a:r>
              <a:rPr lang="pt-PT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)</a:t>
            </a:r>
            <a:r>
              <a:rPr lang="en-US" b="0" i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>
              <a:lnSpc>
                <a:spcPts val="1500"/>
              </a:lnSpc>
            </a:pPr>
            <a:endParaRPr lang="en-US" dirty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>
              <a:lnSpc>
                <a:spcPts val="1500"/>
              </a:lnSpc>
            </a:pPr>
            <a:r>
              <a:rPr lang="pt-PT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Descrição </a:t>
            </a:r>
            <a:r>
              <a:rPr lang="pt-PT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da </a:t>
            </a:r>
            <a:r>
              <a:rPr lang="pt-PT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coleção 2</a:t>
            </a:r>
            <a:endParaRPr lang="en-US">
              <a:cs typeface="Segoe UI"/>
            </a:endParaRPr>
          </a:p>
          <a:p>
            <a:pPr>
              <a:lnSpc>
                <a:spcPts val="1500"/>
              </a:lnSpc>
            </a:pPr>
            <a:endParaRPr lang="pt-PT" dirty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 algn="l" rtl="0">
              <a:lnSpc>
                <a:spcPts val="1500"/>
              </a:lnSpc>
            </a:pPr>
            <a:r>
              <a:rPr lang="pt-PT" b="0" i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500"/>
              </a:lnSpc>
            </a:pPr>
            <a:r>
              <a:rPr lang="pt-PT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 3 (</a:t>
            </a:r>
            <a:r>
              <a:rPr lang="pt-PT" b="0" i="0" u="none" strike="noStrike" baseline="0" err="1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clicavel</a:t>
            </a:r>
            <a:r>
              <a:rPr lang="pt-PT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)</a:t>
            </a:r>
            <a:r>
              <a:rPr lang="en-US" b="0" i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>
              <a:lnSpc>
                <a:spcPts val="1500"/>
              </a:lnSpc>
            </a:pPr>
            <a:endParaRPr lang="en-US" dirty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>
              <a:lnSpc>
                <a:spcPts val="1500"/>
              </a:lnSpc>
            </a:pPr>
            <a:r>
              <a:rPr lang="pt-PT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Descrição </a:t>
            </a:r>
            <a:r>
              <a:rPr lang="pt-PT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da </a:t>
            </a:r>
            <a:r>
              <a:rPr lang="pt-PT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coleção 3</a:t>
            </a:r>
            <a:endParaRPr lang="en-US"/>
          </a:p>
          <a:p>
            <a:pPr>
              <a:lnSpc>
                <a:spcPts val="1500"/>
              </a:lnSpc>
            </a:pPr>
            <a:endParaRPr lang="pt-PT" dirty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 algn="l" rtl="0">
              <a:lnSpc>
                <a:spcPts val="1500"/>
              </a:lnSpc>
            </a:pPr>
            <a:r>
              <a:rPr lang="pt-PT" b="0" i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ts val="1500"/>
              </a:lnSpc>
            </a:pPr>
            <a:r>
              <a:rPr lang="pt-PT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 4 (</a:t>
            </a:r>
            <a:r>
              <a:rPr lang="pt-PT" b="0" i="0" u="none" strike="noStrike" baseline="0" err="1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clicavel</a:t>
            </a:r>
            <a:r>
              <a:rPr lang="pt-PT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)</a:t>
            </a:r>
            <a:r>
              <a:rPr lang="en-US" b="0" i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>
              <a:lnSpc>
                <a:spcPts val="1500"/>
              </a:lnSpc>
            </a:pPr>
            <a:endParaRPr lang="en-US" dirty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>
              <a:lnSpc>
                <a:spcPts val="1500"/>
              </a:lnSpc>
            </a:pPr>
            <a:r>
              <a:rPr lang="pt-PT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Descrição </a:t>
            </a:r>
            <a:r>
              <a:rPr lang="pt-PT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da </a:t>
            </a:r>
            <a:r>
              <a:rPr lang="pt-PT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coleção 4</a:t>
            </a:r>
            <a:endParaRPr lang="pt-PT" dirty="0"/>
          </a:p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587155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Ecrã Panorâmico</PresentationFormat>
  <Paragraphs>0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19</vt:i4>
      </vt:variant>
    </vt:vector>
  </HeadingPairs>
  <TitlesOfParts>
    <vt:vector size="20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657</cp:revision>
  <dcterms:created xsi:type="dcterms:W3CDTF">2025-09-29T10:10:23Z</dcterms:created>
  <dcterms:modified xsi:type="dcterms:W3CDTF">2025-11-12T23:55:32Z</dcterms:modified>
</cp:coreProperties>
</file>